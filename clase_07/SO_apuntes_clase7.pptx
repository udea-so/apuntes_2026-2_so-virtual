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2.xml" ContentType="application/inkml+xml"/>
  <Override PartName="/ppt/ink/ink3.xml" ContentType="application/inkml+xml"/>
  <Override PartName="/ppt/notesSlides/notesSlide14.xml" ContentType="application/vnd.openxmlformats-officedocument.presentationml.notesSlide+xml"/>
  <Override PartName="/ppt/ink/ink4.xml" ContentType="application/inkml+xml"/>
  <Override PartName="/ppt/ink/ink5.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6.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7.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Lst>
  <p:notesMasterIdLst>
    <p:notesMasterId r:id="rId28"/>
  </p:notesMasterIdLst>
  <p:sldIdLst>
    <p:sldId id="256" r:id="rId2"/>
    <p:sldId id="259" r:id="rId3"/>
    <p:sldId id="260" r:id="rId4"/>
    <p:sldId id="261" r:id="rId5"/>
    <p:sldId id="262" r:id="rId6"/>
    <p:sldId id="263" r:id="rId7"/>
    <p:sldId id="264" r:id="rId8"/>
    <p:sldId id="266" r:id="rId9"/>
    <p:sldId id="267" r:id="rId10"/>
    <p:sldId id="268" r:id="rId11"/>
    <p:sldId id="285" r:id="rId12"/>
    <p:sldId id="269" r:id="rId13"/>
    <p:sldId id="286" r:id="rId14"/>
    <p:sldId id="270" r:id="rId15"/>
    <p:sldId id="271" r:id="rId16"/>
    <p:sldId id="272" r:id="rId17"/>
    <p:sldId id="287" r:id="rId18"/>
    <p:sldId id="273" r:id="rId19"/>
    <p:sldId id="274" r:id="rId20"/>
    <p:sldId id="276" r:id="rId21"/>
    <p:sldId id="277" r:id="rId22"/>
    <p:sldId id="279" r:id="rId23"/>
    <p:sldId id="280" r:id="rId24"/>
    <p:sldId id="281" r:id="rId25"/>
    <p:sldId id="282" r:id="rId26"/>
    <p:sldId id="283" r:id="rId27"/>
  </p:sldIdLst>
  <p:sldSz cx="12192000" cy="6858000"/>
  <p:notesSz cx="6858000" cy="9144000"/>
  <p:embeddedFontLst>
    <p:embeddedFont>
      <p:font typeface="Calibri" panose="020F0502020204030204" pitchFamily="34" charset="0"/>
      <p:regular r:id="rId29"/>
      <p:bold r:id="rId30"/>
      <p:italic r:id="rId31"/>
      <p:boldItalic r:id="rId32"/>
    </p:embeddedFont>
    <p:embeddedFont>
      <p:font typeface="Calibri Light" panose="020F0302020204030204" pitchFamily="34" charset="0"/>
      <p:regular r:id="rId33"/>
      <p:italic r:id="rId34"/>
    </p:embeddedFont>
    <p:embeddedFont>
      <p:font typeface="Consolas" panose="020B0609020204030204" pitchFamily="49" charset="0"/>
      <p:regular r:id="rId35"/>
      <p:bold r:id="rId36"/>
      <p:italic r:id="rId37"/>
      <p:boldItalic r:id="rId38"/>
    </p:embeddedFont>
    <p:embeddedFont>
      <p:font typeface="Roboto" panose="02000000000000000000" pitchFamily="2" charset="0"/>
      <p:regular r:id="rId39"/>
      <p:bold r:id="rId40"/>
      <p:italic r:id="rId41"/>
      <p:boldItalic r:id="rId42"/>
    </p:embeddedFont>
    <p:embeddedFont>
      <p:font typeface="Roboto Slab" panose="020B0604020202020204" charset="0"/>
      <p:regular r:id="rId43"/>
      <p:bold r:id="rId44"/>
    </p:embeddedFont>
  </p:embeddedFontLst>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3A52A41-BABC-4418-8BB8-58FADEB799A8}">
  <a:tblStyle styleId="{A3A52A41-BABC-4418-8BB8-58FADEB799A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50" autoAdjust="0"/>
    <p:restoredTop sz="94660"/>
  </p:normalViewPr>
  <p:slideViewPr>
    <p:cSldViewPr snapToGrid="0">
      <p:cViewPr varScale="1">
        <p:scale>
          <a:sx n="65" d="100"/>
          <a:sy n="65" d="100"/>
        </p:scale>
        <p:origin x="100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3.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19:22:26.229"/>
    </inkml:context>
    <inkml:brush xml:id="br0">
      <inkml:brushProperty name="width" value="0.025" units="cm"/>
      <inkml:brushProperty name="height" value="0.025" units="cm"/>
    </inkml:brush>
  </inkml:definitions>
  <inkml:trace contextRef="#ctx0" brushRef="#br0">92 5 24575,'0'-1'0,"-1"1"0,1 0 0,0-1 0,-1 1 0,1 0 0,-1-1 0,1 1 0,-1 0 0,1-1 0,-1 1 0,0 0 0,1 0 0,-1 0 0,1-1 0,-1 1 0,1 0 0,-1 0 0,0 0 0,1 0 0,-1 0 0,1 0 0,-1 0 0,1 0 0,-1 0 0,0 1 0,1-1 0,-1 0 0,1 0 0,-1 0 0,1 1 0,-1-1 0,1 0 0,-1 1 0,1-1 0,-1 0 0,1 1 0,-1-1 0,0 1 0,-22 12 0,18-10 0,2 0 0,-1 0 0,0 1 0,1 0 0,-1 0 0,1 0 0,0 0 0,1 0 0,-1 1 0,1-1 0,-1 1 0,1-1 0,1 1 0,-1 0 0,-1 6 0,3-9 0,0 0 0,0-1 0,-1 1 0,1 0 0,0 0 0,0 0 0,1-1 0,-1 1 0,0 0 0,1 0 0,-1-1 0,1 1 0,-1 0 0,1 0 0,0-1 0,0 1 0,0-1 0,1 3 0,0-3 0,0 1 0,-1-1 0,1 0 0,0 0 0,0 1 0,0-1 0,0-1 0,0 1 0,0 0 0,0 0 0,1-1 0,-1 1 0,0-1 0,0 0 0,1 0 0,-1 0 0,0 0 0,4 0 0,-1-1 0,0 1 0,0 0 0,0 1 0,0-1 0,0 1 0,0 0 0,0 0 0,6 3 0,-11-4 0,1 0 0,0 1 0,0-1 0,-1 0 0,1 1 0,0-1 0,-1 1 0,1-1 0,0 1 0,-1 0 0,1-1 0,-1 1 0,1 0 0,-1-1 0,1 1 0,-1 0 0,0-1 0,1 1 0,-1 0 0,0 0 0,1 0 0,-1 1 0,0-1 0,0 1 0,-1 0 0,1-1 0,0 1 0,-1-1 0,1 1 0,-1 0 0,0-1 0,1 1 0,-1-1 0,0 0 0,0 1 0,0-1 0,0 1 0,0-1 0,-2 1 0,-1 2 0,1-1 0,-1 1 0,-1-1 0,1 0 0,0 0 0,-1 0 0,-7 2 0,9-4 0,0 1 0,0-1 0,0 1 0,0 0 0,0 0 0,0 0 0,0 0 0,0 0 0,1 1 0,-1-1 0,1 1 0,0-1 0,0 1 0,0 0 0,0 0 0,0 0 0,0 0 0,-1 5 0,2-6 0,0 0 0,0 0 0,0 0 0,0 0 0,1 0 0,-1 0 0,1 1 0,-1-1 0,1 0 0,0 0 0,-1 1 0,1-1 0,1 0 0,-1 0 0,0 1 0,0-1 0,1 0 0,-1 0 0,1 1 0,0-1 0,0 0 0,2 4 0,-1-4 0,1-1 0,0 1 0,0-1 0,0 1 0,0-1 0,0 0 0,1 0 0,-1 0 0,0-1 0,0 1 0,1-1 0,-1 0 0,0 1 0,1-2 0,4 1 0,-6-1 0,0 1 0,0 0 0,1 0 0,-1 0 0,0 0 0,0 0 0,0 1 0,0-1 0,0 1 0,0-1 0,0 1 0,0 0 0,0 0 0,0 0 0,0 0 0,0 0 0,-1 0 0,1 0 0,0 0 0,-1 1 0,1-1 0,-1 1 0,1-1 0,-1 1 0,0 0 0,1 0 0,-1-1 0,0 1 0,0 0 0,-1 0 0,1 0 0,0 0 0,-1 0 0,1 0 0,0 4 0,-1-2 0,0-1 0,-1 0 0,1 1 0,-1-1 0,1 1 0,-1-1 0,0 0 0,-1 0 0,1 1 0,0-1 0,-1 0 0,0 0 0,0 0 0,0-1 0,0 1 0,0 0 0,0-1 0,-1 1 0,1-1 0,-1 0 0,-5 4 0,4-3 0,1-1 0,0 1 0,0 0 0,0 0 0,0 0 0,0 1 0,1-1 0,0 1 0,-1-1 0,1 1 0,0 0 0,1 0 0,-1 0 0,1 0 0,-2 5 0,3-8 0,0 1 0,-1 0 0,1-1 0,0 1 0,0-1 0,0 1 0,0-1 0,0 1 0,1 0 0,-1-1 0,0 1 0,1-1 0,-1 1 0,1-1 0,-1 1 0,1-1 0,0 0 0,0 1 0,-1-1 0,1 0 0,0 1 0,0-1 0,0 0 0,1 0 0,-1 0 0,0 0 0,0 0 0,1 0 0,-1 0 0,0 0 0,1-1 0,-1 1 0,1 0 0,-1-1 0,1 0 0,-1 1 0,1-1 0,-1 0 0,1 1 0,-1-1 0,1 0 0,2 0 0,1 0 0,-1 1 0,0 0 0,1 0 0,-1 0 0,0 1 0,1 0 0,-1 0 0,6 4 0,-8-5 0,0 0 0,-1 0 0,1 0 0,0 0 0,-1 0 0,0 1 0,1-1 0,-1 0 0,0 1 0,1 0 0,-1-1 0,0 1 0,0-1 0,0 1 0,-1 0 0,1 0 0,0 0 0,-1 0 0,1-1 0,-1 1 0,0 0 0,1 4 0,-4-1 0,-1 0 0,0-1 0,0 1 0,0-1 0,0 1 0,-1-1 0,1-1 0,-8 6 0,4-3 0,5-4 0,0 0 0,1 0 0,-1 1 0,1-1 0,0 0 0,0 1 0,0-1 0,0 1 0,0 0 0,0 0 0,1 0 0,0 0 0,-1 0 0,1 0 0,0 0 0,0 0 0,1 0 0,-1 1 0,0 3 0,2-4 0,0-1 0,-1 0 0,1 0 0,0 1 0,0-1 0,0 0 0,1 0 0,-1 0 0,0 0 0,1 0 0,0-1 0,-1 1 0,1 0 0,0-1 0,0 1 0,0-1 0,0 0 0,0 0 0,0 1 0,0-1 0,0 0 0,0-1 0,1 1 0,-1 0 0,0-1 0,1 1 0,2-1 0,4 2 0,-2 0 0,0-1 0,0 1 0,0 1 0,0-1 0,9 5 0,-15-6 0,0 0 0,0-1 0,0 1 0,0 0 0,0-1 0,0 1 0,0 0 0,0 0 0,0 0 0,-1 0 0,1 0 0,0 0 0,-1 0 0,1 0 0,-1 0 0,1 0 0,-1 1 0,1-1 0,-1 0 0,0 0 0,1 0 0,-1 1 0,0-1 0,0 0 0,0 0 0,0 0 0,0 1 0,0-1 0,0 0 0,-1 0 0,1 1 0,0-1 0,-1 0 0,1 0 0,-1 0 0,1 0 0,-1 0 0,0 0 0,1 0 0,-2 2 0,-1-1 0,1 1 0,-1 0 0,0-1 0,0 0 0,0 0 0,0 0 0,-1 0 0,1 0 0,0-1 0,-1 1 0,0-1 0,1 0 0,-8 1 0,-30 15 0,39-16 0,1 0 0,-1 0 0,1 0 0,0 0 0,-1 0 0,1 1 0,0-1 0,0 0 0,0 1 0,0-1 0,0 1 0,0 0 0,1-1 0,-1 1 0,0-1 0,1 1 0,-1 0 0,1 0 0,0-1 0,-1 1 0,1 3 0,0-4 0,0 0 0,0 0 0,1 0 0,-1 0 0,0 0 0,0-1 0,1 1 0,-1 0 0,1 0 0,-1 0 0,1 0 0,-1 0 0,1-1 0,-1 1 0,1 0 0,0-1 0,-1 1 0,1 0 0,0-1 0,0 1 0,-1-1 0,1 1 0,0-1 0,0 1 0,0-1 0,0 0 0,1 1 0,33 8 0,-31-9 0,0 1 0,-1 0 0,1-1 0,-1 1 0,1 0 0,-1 1 0,1-1 0,-1 1 0,5 2 0,-7-3 0,0-1 0,0 1 0,0 0 0,0 0 0,0-1 0,0 1 0,-1 0 0,1 0 0,0 0 0,0 0 0,-1 0 0,1 0 0,-1 0 0,1 0 0,-1 1 0,1-1 0,-1 0 0,1 0 0,-1 0 0,0 1 0,0-1 0,0 0 0,0 0 0,0 0 0,0 1 0,0-1 0,0 0 0,0 0 0,0 1 0,-1-1 0,1 0 0,-1 0 0,1 0 0,-1 0 0,1 0 0,-1 1 0,1-1 0,-1 0 0,0 0 0,-1 1 0,-4 2 0,0 0 0,-1 0 0,1-1 0,-1 0 0,0 0 0,-8 2 0,10-4 0,1 0 0,0 0 0,0 1 0,0-1 0,-1 1 0,2 0 0,-1 0 0,0 0 0,0 1 0,1-1 0,-1 1 0,1 0 0,-6 6 0,8-7 0,0-1 0,1 1 0,-1-1 0,0 1 0,1-1 0,-1 1 0,1-1 0,0 1 0,-1-1 0,1 1 0,0 0 0,0-1 0,0 1 0,0-1 0,0 1 0,0 0 0,1-1 0,-1 1 0,1-1 0,-1 1 0,1-1 0,-1 1 0,1-1 0,0 1 0,-1-1 0,2 2 0,1-1 0,0 0 0,0-1 0,0 1 0,0-1 0,0 0 0,0 0 0,1 0 0,-1 0 0,7 0 0,10 3 0,-20-4-20,0 0 1,1 0-1,-1 1 0,0-1 0,0 0 1,0 0-1,0 0 0,0 0 0,0 0 0,1 0 1,-1 0-1,0 0 0,0 0 0,0 0 0,0 0 1,0 0-1,0 0 0,1 0 0,-1 0 1,0 1-1,0-1 0,0 0 0,0 0 0,0 0 1,0 0-1,0 0 0,0 0 0,0 0 0,0 1 1,0-1-1,0 0 0,0 0 0,1 0 1,-1 0-1,0 0 0,0 1 0,0-1 0,0 0 1,0 0-1,0 0 0,0 0 0,-1 0 0,1 1 1,0-1-1,0 0 0,0 0 0,0 0 1,0 0-1,0 0 0,0 0 0,0 1 0,0-1 1,0 0-1,0 0 0,0 0 0,0 0 0,-1 0 1,1 0-1,0 0 0,0 0 0,0 0 1,0 1-1,0-1 0,0 0 0,-1 0 0,1 0 1,0 0-1,0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19:31:40.441"/>
    </inkml:context>
    <inkml:brush xml:id="br0">
      <inkml:brushProperty name="width" value="0.025" units="cm"/>
      <inkml:brushProperty name="height" value="0.025" units="cm"/>
    </inkml:brush>
  </inkml:definitions>
  <inkml:trace contextRef="#ctx0" brushRef="#br0">92 5 24575,'0'-1'0,"-1"1"0,1 0 0,0-1 0,-1 1 0,1 0 0,-1-1 0,1 1 0,-1 0 0,1-1 0,-1 1 0,0 0 0,1 0 0,-1 0 0,1-1 0,-1 1 0,1 0 0,-1 0 0,0 0 0,1 0 0,-1 0 0,1 0 0,-1 0 0,1 0 0,-1 0 0,0 1 0,1-1 0,-1 0 0,1 0 0,-1 0 0,1 1 0,-1-1 0,1 0 0,-1 1 0,1-1 0,-1 0 0,1 1 0,-1-1 0,0 1 0,-22 12 0,18-10 0,2 0 0,-1 0 0,0 1 0,1 0 0,-1 0 0,1 0 0,0 0 0,1 0 0,-1 1 0,1-1 0,-1 1 0,1-1 0,1 1 0,-1 0 0,-1 6 0,3-9 0,0 0 0,0-1 0,-1 1 0,1 0 0,0 0 0,0 0 0,1-1 0,-1 1 0,0 0 0,1 0 0,-1-1 0,1 1 0,-1 0 0,1 0 0,0-1 0,0 1 0,0-1 0,1 3 0,0-3 0,0 1 0,-1-1 0,1 0 0,0 0 0,0 1 0,0-1 0,0-1 0,0 1 0,0 0 0,0 0 0,1-1 0,-1 1 0,0-1 0,0 0 0,1 0 0,-1 0 0,0 0 0,4 0 0,-1-1 0,0 1 0,0 0 0,0 1 0,0-1 0,0 1 0,0 0 0,0 0 0,6 3 0,-11-4 0,1 0 0,0 1 0,0-1 0,-1 0 0,1 1 0,0-1 0,-1 1 0,1-1 0,0 1 0,-1 0 0,1-1 0,-1 1 0,1 0 0,-1-1 0,1 1 0,-1 0 0,0-1 0,1 1 0,-1 0 0,0 0 0,1 0 0,-1 1 0,0-1 0,0 1 0,-1 0 0,1-1 0,0 1 0,-1-1 0,1 1 0,-1 0 0,0-1 0,1 1 0,-1-1 0,0 0 0,0 1 0,0-1 0,0 1 0,0-1 0,-2 1 0,-1 2 0,1-1 0,-1 1 0,-1-1 0,1 0 0,0 0 0,-1 0 0,-7 2 0,9-4 0,0 1 0,0-1 0,0 1 0,0 0 0,0 0 0,0 0 0,0 0 0,0 0 0,1 1 0,-1-1 0,1 1 0,0-1 0,0 1 0,0 0 0,0 0 0,0 0 0,0 0 0,-1 5 0,2-6 0,0 0 0,0 0 0,0 0 0,0 0 0,1 0 0,-1 0 0,1 1 0,-1-1 0,1 0 0,0 0 0,-1 1 0,1-1 0,1 0 0,-1 0 0,0 1 0,0-1 0,1 0 0,-1 0 0,1 1 0,0-1 0,0 0 0,2 4 0,-1-4 0,1-1 0,0 1 0,0-1 0,0 1 0,0-1 0,0 0 0,1 0 0,-1 0 0,0-1 0,0 1 0,1-1 0,-1 0 0,0 1 0,1-2 0,4 1 0,-6-1 0,0 1 0,0 0 0,1 0 0,-1 0 0,0 0 0,0 0 0,0 1 0,0-1 0,0 1 0,0-1 0,0 1 0,0 0 0,0 0 0,0 0 0,0 0 0,0 0 0,-1 0 0,1 0 0,0 0 0,-1 1 0,1-1 0,-1 1 0,1-1 0,-1 1 0,0 0 0,1 0 0,-1-1 0,0 1 0,0 0 0,-1 0 0,1 0 0,0 0 0,-1 0 0,1 0 0,0 4 0,-1-2 0,0-1 0,-1 0 0,1 1 0,-1-1 0,1 1 0,-1-1 0,0 0 0,-1 0 0,1 1 0,0-1 0,-1 0 0,0 0 0,0 0 0,0-1 0,0 1 0,0 0 0,0-1 0,-1 1 0,1-1 0,-1 0 0,-5 4 0,4-3 0,1-1 0,0 1 0,0 0 0,0 0 0,0 0 0,0 1 0,1-1 0,0 1 0,-1-1 0,1 1 0,0 0 0,1 0 0,-1 0 0,1 0 0,-2 5 0,3-8 0,0 1 0,-1 0 0,1-1 0,0 1 0,0-1 0,0 1 0,0-1 0,0 1 0,1 0 0,-1-1 0,0 1 0,1-1 0,-1 1 0,1-1 0,-1 1 0,1-1 0,0 0 0,0 1 0,-1-1 0,1 0 0,0 1 0,0-1 0,0 0 0,1 0 0,-1 0 0,0 0 0,0 0 0,1 0 0,-1 0 0,0 0 0,1-1 0,-1 1 0,1 0 0,-1-1 0,1 0 0,-1 1 0,1-1 0,-1 0 0,1 1 0,-1-1 0,1 0 0,2 0 0,1 0 0,-1 1 0,0 0 0,1 0 0,-1 0 0,0 1 0,1 0 0,-1 0 0,6 4 0,-8-5 0,0 0 0,-1 0 0,1 0 0,0 0 0,-1 0 0,0 1 0,1-1 0,-1 0 0,0 1 0,1 0 0,-1-1 0,0 1 0,0-1 0,0 1 0,-1 0 0,1 0 0,0 0 0,-1 0 0,1-1 0,-1 1 0,0 0 0,1 4 0,-4-1 0,-1 0 0,0-1 0,0 1 0,0-1 0,0 1 0,-1-1 0,1-1 0,-8 6 0,4-3 0,5-4 0,0 0 0,1 0 0,-1 1 0,1-1 0,0 0 0,0 1 0,0-1 0,0 1 0,0 0 0,0 0 0,1 0 0,0 0 0,-1 0 0,1 0 0,0 0 0,0 0 0,1 0 0,-1 1 0,0 3 0,2-4 0,0-1 0,-1 0 0,1 0 0,0 1 0,0-1 0,0 0 0,1 0 0,-1 0 0,0 0 0,1 0 0,0-1 0,-1 1 0,1 0 0,0-1 0,0 1 0,0-1 0,0 0 0,0 0 0,0 1 0,0-1 0,0 0 0,0-1 0,1 1 0,-1 0 0,0-1 0,1 1 0,2-1 0,4 2 0,-2 0 0,0-1 0,0 1 0,0 1 0,0-1 0,9 5 0,-15-6 0,0 0 0,0-1 0,0 1 0,0 0 0,0-1 0,0 1 0,0 0 0,0 0 0,0 0 0,-1 0 0,1 0 0,0 0 0,-1 0 0,1 0 0,-1 0 0,1 0 0,-1 1 0,1-1 0,-1 0 0,0 0 0,1 0 0,-1 1 0,0-1 0,0 0 0,0 0 0,0 0 0,0 1 0,0-1 0,0 0 0,-1 0 0,1 1 0,0-1 0,-1 0 0,1 0 0,-1 0 0,1 0 0,-1 0 0,0 0 0,1 0 0,-2 2 0,-1-1 0,1 1 0,-1 0 0,0-1 0,0 0 0,0 0 0,0 0 0,-1 0 0,1 0 0,0-1 0,-1 1 0,0-1 0,1 0 0,-8 1 0,-30 15 0,39-16 0,1 0 0,-1 0 0,1 0 0,0 0 0,-1 0 0,1 1 0,0-1 0,0 0 0,0 1 0,0-1 0,0 1 0,0 0 0,1-1 0,-1 1 0,0-1 0,1 1 0,-1 0 0,1 0 0,0-1 0,-1 1 0,1 3 0,0-4 0,0 0 0,0 0 0,1 0 0,-1 0 0,0 0 0,0-1 0,1 1 0,-1 0 0,1 0 0,-1 0 0,1 0 0,-1 0 0,1-1 0,-1 1 0,1 0 0,0-1 0,-1 1 0,1 0 0,0-1 0,0 1 0,-1-1 0,1 1 0,0-1 0,0 1 0,0-1 0,0 0 0,1 1 0,33 8 0,-31-9 0,0 1 0,-1 0 0,1-1 0,-1 1 0,1 0 0,-1 1 0,1-1 0,-1 1 0,5 2 0,-7-3 0,0-1 0,0 1 0,0 0 0,0 0 0,0-1 0,0 1 0,-1 0 0,1 0 0,0 0 0,0 0 0,-1 0 0,1 0 0,-1 0 0,1 0 0,-1 1 0,1-1 0,-1 0 0,1 0 0,-1 0 0,0 1 0,0-1 0,0 0 0,0 0 0,0 0 0,0 1 0,0-1 0,0 0 0,0 0 0,0 1 0,-1-1 0,1 0 0,-1 0 0,1 0 0,-1 0 0,1 0 0,-1 1 0,1-1 0,-1 0 0,0 0 0,-1 1 0,-4 2 0,0 0 0,-1 0 0,1-1 0,-1 0 0,0 0 0,-8 2 0,10-4 0,1 0 0,0 0 0,0 1 0,0-1 0,-1 1 0,2 0 0,-1 0 0,0 0 0,0 1 0,1-1 0,-1 1 0,1 0 0,-6 6 0,8-7 0,0-1 0,1 1 0,-1-1 0,0 1 0,1-1 0,-1 1 0,1-1 0,0 1 0,-1-1 0,1 1 0,0 0 0,0-1 0,0 1 0,0-1 0,0 1 0,0 0 0,1-1 0,-1 1 0,1-1 0,-1 1 0,1-1 0,-1 1 0,1-1 0,0 1 0,-1-1 0,2 2 0,1-1 0,0 0 0,0-1 0,0 1 0,0-1 0,0 0 0,0 0 0,1 0 0,-1 0 0,7 0 0,10 3 0,-20-4-20,0 0 1,1 0-1,-1 1 0,0-1 0,0 0 1,0 0-1,0 0 0,0 0 0,0 0 0,1 0 1,-1 0-1,0 0 0,0 0 0,0 0 0,0 0 1,0 0-1,0 0 0,1 0 0,-1 0 1,0 1-1,0-1 0,0 0 0,0 0 0,0 0 1,0 0-1,0 0 0,0 0 0,0 0 0,0 1 1,0-1-1,0 0 0,0 0 0,1 0 1,-1 0-1,0 0 0,0 1 0,0-1 0,0 0 1,0 0-1,0 0 0,0 0 0,-1 0 0,1 1 1,0-1-1,0 0 0,0 0 0,0 0 1,0 0-1,0 0 0,0 0 0,0 1 0,0-1 1,0 0-1,0 0 0,0 0 0,0 0 0,-1 0 1,1 0-1,0 0 0,0 0 0,0 0 1,0 1-1,0-1 0,0 0 0,-1 0 0,1 0 1,0 0-1,0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19:31:48.049"/>
    </inkml:context>
    <inkml:brush xml:id="br0">
      <inkml:brushProperty name="width" value="0.025" units="cm"/>
      <inkml:brushProperty name="height" value="0.025" units="cm"/>
    </inkml:brush>
  </inkml:definitions>
  <inkml:trace contextRef="#ctx0" brushRef="#br0">92 5 24575,'0'-1'0,"-1"1"0,1 0 0,0-1 0,-1 1 0,1 0 0,-1-1 0,1 1 0,-1 0 0,1-1 0,-1 1 0,0 0 0,1 0 0,-1 0 0,1-1 0,-1 1 0,1 0 0,-1 0 0,0 0 0,1 0 0,-1 0 0,1 0 0,-1 0 0,1 0 0,-1 0 0,0 1 0,1-1 0,-1 0 0,1 0 0,-1 0 0,1 1 0,-1-1 0,1 0 0,-1 1 0,1-1 0,-1 0 0,1 1 0,-1-1 0,0 1 0,-22 12 0,18-10 0,2 0 0,-1 0 0,0 1 0,1 0 0,-1 0 0,1 0 0,0 0 0,1 0 0,-1 1 0,1-1 0,-1 1 0,1-1 0,1 1 0,-1 0 0,-1 6 0,3-9 0,0 0 0,0-1 0,-1 1 0,1 0 0,0 0 0,0 0 0,1-1 0,-1 1 0,0 0 0,1 0 0,-1-1 0,1 1 0,-1 0 0,1 0 0,0-1 0,0 1 0,0-1 0,1 3 0,0-3 0,0 1 0,-1-1 0,1 0 0,0 0 0,0 1 0,0-1 0,0-1 0,0 1 0,0 0 0,0 0 0,1-1 0,-1 1 0,0-1 0,0 0 0,1 0 0,-1 0 0,0 0 0,4 0 0,-1-1 0,0 1 0,0 0 0,0 1 0,0-1 0,0 1 0,0 0 0,0 0 0,6 3 0,-11-4 0,1 0 0,0 1 0,0-1 0,-1 0 0,1 1 0,0-1 0,-1 1 0,1-1 0,0 1 0,-1 0 0,1-1 0,-1 1 0,1 0 0,-1-1 0,1 1 0,-1 0 0,0-1 0,1 1 0,-1 0 0,0 0 0,1 0 0,-1 1 0,0-1 0,0 1 0,-1 0 0,1-1 0,0 1 0,-1-1 0,1 1 0,-1 0 0,0-1 0,1 1 0,-1-1 0,0 0 0,0 1 0,0-1 0,0 1 0,0-1 0,-2 1 0,-1 2 0,1-1 0,-1 1 0,-1-1 0,1 0 0,0 0 0,-1 0 0,-7 2 0,9-4 0,0 1 0,0-1 0,0 1 0,0 0 0,0 0 0,0 0 0,0 0 0,0 0 0,1 1 0,-1-1 0,1 1 0,0-1 0,0 1 0,0 0 0,0 0 0,0 0 0,0 0 0,-1 5 0,2-6 0,0 0 0,0 0 0,0 0 0,0 0 0,1 0 0,-1 0 0,1 1 0,-1-1 0,1 0 0,0 0 0,-1 1 0,1-1 0,1 0 0,-1 0 0,0 1 0,0-1 0,1 0 0,-1 0 0,1 1 0,0-1 0,0 0 0,2 4 0,-1-4 0,1-1 0,0 1 0,0-1 0,0 1 0,0-1 0,0 0 0,1 0 0,-1 0 0,0-1 0,0 1 0,1-1 0,-1 0 0,0 1 0,1-2 0,4 1 0,-6-1 0,0 1 0,0 0 0,1 0 0,-1 0 0,0 0 0,0 0 0,0 1 0,0-1 0,0 1 0,0-1 0,0 1 0,0 0 0,0 0 0,0 0 0,0 0 0,0 0 0,-1 0 0,1 0 0,0 0 0,-1 1 0,1-1 0,-1 1 0,1-1 0,-1 1 0,0 0 0,1 0 0,-1-1 0,0 1 0,0 0 0,-1 0 0,1 0 0,0 0 0,-1 0 0,1 0 0,0 4 0,-1-2 0,0-1 0,-1 0 0,1 1 0,-1-1 0,1 1 0,-1-1 0,0 0 0,-1 0 0,1 1 0,0-1 0,-1 0 0,0 0 0,0 0 0,0-1 0,0 1 0,0 0 0,0-1 0,-1 1 0,1-1 0,-1 0 0,-5 4 0,4-3 0,1-1 0,0 1 0,0 0 0,0 0 0,0 0 0,0 1 0,1-1 0,0 1 0,-1-1 0,1 1 0,0 0 0,1 0 0,-1 0 0,1 0 0,-2 5 0,3-8 0,0 1 0,-1 0 0,1-1 0,0 1 0,0-1 0,0 1 0,0-1 0,0 1 0,1 0 0,-1-1 0,0 1 0,1-1 0,-1 1 0,1-1 0,-1 1 0,1-1 0,0 0 0,0 1 0,-1-1 0,1 0 0,0 1 0,0-1 0,0 0 0,1 0 0,-1 0 0,0 0 0,0 0 0,1 0 0,-1 0 0,0 0 0,1-1 0,-1 1 0,1 0 0,-1-1 0,1 0 0,-1 1 0,1-1 0,-1 0 0,1 1 0,-1-1 0,1 0 0,2 0 0,1 0 0,-1 1 0,0 0 0,1 0 0,-1 0 0,0 1 0,1 0 0,-1 0 0,6 4 0,-8-5 0,0 0 0,-1 0 0,1 0 0,0 0 0,-1 0 0,0 1 0,1-1 0,-1 0 0,0 1 0,1 0 0,-1-1 0,0 1 0,0-1 0,0 1 0,-1 0 0,1 0 0,0 0 0,-1 0 0,1-1 0,-1 1 0,0 0 0,1 4 0,-4-1 0,-1 0 0,0-1 0,0 1 0,0-1 0,0 1 0,-1-1 0,1-1 0,-8 6 0,4-3 0,5-4 0,0 0 0,1 0 0,-1 1 0,1-1 0,0 0 0,0 1 0,0-1 0,0 1 0,0 0 0,0 0 0,1 0 0,0 0 0,-1 0 0,1 0 0,0 0 0,0 0 0,1 0 0,-1 1 0,0 3 0,2-4 0,0-1 0,-1 0 0,1 0 0,0 1 0,0-1 0,0 0 0,1 0 0,-1 0 0,0 0 0,1 0 0,0-1 0,-1 1 0,1 0 0,0-1 0,0 1 0,0-1 0,0 0 0,0 0 0,0 1 0,0-1 0,0 0 0,0-1 0,1 1 0,-1 0 0,0-1 0,1 1 0,2-1 0,4 2 0,-2 0 0,0-1 0,0 1 0,0 1 0,0-1 0,9 5 0,-15-6 0,0 0 0,0-1 0,0 1 0,0 0 0,0-1 0,0 1 0,0 0 0,0 0 0,0 0 0,-1 0 0,1 0 0,0 0 0,-1 0 0,1 0 0,-1 0 0,1 0 0,-1 1 0,1-1 0,-1 0 0,0 0 0,1 0 0,-1 1 0,0-1 0,0 0 0,0 0 0,0 0 0,0 1 0,0-1 0,0 0 0,-1 0 0,1 1 0,0-1 0,-1 0 0,1 0 0,-1 0 0,1 0 0,-1 0 0,0 0 0,1 0 0,-2 2 0,-1-1 0,1 1 0,-1 0 0,0-1 0,0 0 0,0 0 0,0 0 0,-1 0 0,1 0 0,0-1 0,-1 1 0,0-1 0,1 0 0,-8 1 0,-30 15 0,39-16 0,1 0 0,-1 0 0,1 0 0,0 0 0,-1 0 0,1 1 0,0-1 0,0 0 0,0 1 0,0-1 0,0 1 0,0 0 0,1-1 0,-1 1 0,0-1 0,1 1 0,-1 0 0,1 0 0,0-1 0,-1 1 0,1 3 0,0-4 0,0 0 0,0 0 0,1 0 0,-1 0 0,0 0 0,0-1 0,1 1 0,-1 0 0,1 0 0,-1 0 0,1 0 0,-1 0 0,1-1 0,-1 1 0,1 0 0,0-1 0,-1 1 0,1 0 0,0-1 0,0 1 0,-1-1 0,1 1 0,0-1 0,0 1 0,0-1 0,0 0 0,1 1 0,33 8 0,-31-9 0,0 1 0,-1 0 0,1-1 0,-1 1 0,1 0 0,-1 1 0,1-1 0,-1 1 0,5 2 0,-7-3 0,0-1 0,0 1 0,0 0 0,0 0 0,0-1 0,0 1 0,-1 0 0,1 0 0,0 0 0,0 0 0,-1 0 0,1 0 0,-1 0 0,1 0 0,-1 1 0,1-1 0,-1 0 0,1 0 0,-1 0 0,0 1 0,0-1 0,0 0 0,0 0 0,0 0 0,0 1 0,0-1 0,0 0 0,0 0 0,0 1 0,-1-1 0,1 0 0,-1 0 0,1 0 0,-1 0 0,1 0 0,-1 1 0,1-1 0,-1 0 0,0 0 0,-1 1 0,-4 2 0,0 0 0,-1 0 0,1-1 0,-1 0 0,0 0 0,-8 2 0,10-4 0,1 0 0,0 0 0,0 1 0,0-1 0,-1 1 0,2 0 0,-1 0 0,0 0 0,0 1 0,1-1 0,-1 1 0,1 0 0,-6 6 0,8-7 0,0-1 0,1 1 0,-1-1 0,0 1 0,1-1 0,-1 1 0,1-1 0,0 1 0,-1-1 0,1 1 0,0 0 0,0-1 0,0 1 0,0-1 0,0 1 0,0 0 0,1-1 0,-1 1 0,1-1 0,-1 1 0,1-1 0,-1 1 0,1-1 0,0 1 0,-1-1 0,2 2 0,1-1 0,0 0 0,0-1 0,0 1 0,0-1 0,0 0 0,0 0 0,1 0 0,-1 0 0,7 0 0,10 3 0,-20-4-20,0 0 1,1 0-1,-1 1 0,0-1 0,0 0 1,0 0-1,0 0 0,0 0 0,0 0 0,1 0 1,-1 0-1,0 0 0,0 0 0,0 0 0,0 0 1,0 0-1,0 0 0,1 0 0,-1 0 1,0 1-1,0-1 0,0 0 0,0 0 0,0 0 1,0 0-1,0 0 0,0 0 0,0 0 0,0 1 1,0-1-1,0 0 0,0 0 0,1 0 1,-1 0-1,0 0 0,0 1 0,0-1 0,0 0 1,0 0-1,0 0 0,0 0 0,-1 0 0,1 1 1,0-1-1,0 0 0,0 0 0,0 0 1,0 0-1,0 0 0,0 0 0,0 1 0,0-1 1,0 0-1,0 0 0,0 0 0,0 0 0,-1 0 1,1 0-1,0 0 0,0 0 0,0 0 1,0 1-1,0-1 0,0 0 0,-1 0 0,1 0 1,0 0-1,0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19:37:56.094"/>
    </inkml:context>
    <inkml:brush xml:id="br0">
      <inkml:brushProperty name="width" value="0.025" units="cm"/>
      <inkml:brushProperty name="height" value="0.025" units="cm"/>
    </inkml:brush>
  </inkml:definitions>
  <inkml:trace contextRef="#ctx0" brushRef="#br0">92 5 24575,'0'-1'0,"-1"1"0,1 0 0,0-1 0,-1 1 0,1 0 0,-1-1 0,1 1 0,-1 0 0,1-1 0,-1 1 0,0 0 0,1 0 0,-1 0 0,1-1 0,-1 1 0,1 0 0,-1 0 0,0 0 0,1 0 0,-1 0 0,1 0 0,-1 0 0,1 0 0,-1 0 0,0 1 0,1-1 0,-1 0 0,1 0 0,-1 0 0,1 1 0,-1-1 0,1 0 0,-1 1 0,1-1 0,-1 0 0,1 1 0,-1-1 0,0 1 0,-22 12 0,18-10 0,2 0 0,-1 0 0,0 1 0,1 0 0,-1 0 0,1 0 0,0 0 0,1 0 0,-1 1 0,1-1 0,-1 1 0,1-1 0,1 1 0,-1 0 0,-1 6 0,3-9 0,0 0 0,0-1 0,-1 1 0,1 0 0,0 0 0,0 0 0,1-1 0,-1 1 0,0 0 0,1 0 0,-1-1 0,1 1 0,-1 0 0,1 0 0,0-1 0,0 1 0,0-1 0,1 3 0,0-3 0,0 1 0,-1-1 0,1 0 0,0 0 0,0 1 0,0-1 0,0-1 0,0 1 0,0 0 0,0 0 0,1-1 0,-1 1 0,0-1 0,0 0 0,1 0 0,-1 0 0,0 0 0,4 0 0,-1-1 0,0 1 0,0 0 0,0 1 0,0-1 0,0 1 0,0 0 0,0 0 0,6 3 0,-11-4 0,1 0 0,0 1 0,0-1 0,-1 0 0,1 1 0,0-1 0,-1 1 0,1-1 0,0 1 0,-1 0 0,1-1 0,-1 1 0,1 0 0,-1-1 0,1 1 0,-1 0 0,0-1 0,1 1 0,-1 0 0,0 0 0,1 0 0,-1 1 0,0-1 0,0 1 0,-1 0 0,1-1 0,0 1 0,-1-1 0,1 1 0,-1 0 0,0-1 0,1 1 0,-1-1 0,0 0 0,0 1 0,0-1 0,0 1 0,0-1 0,-2 1 0,-1 2 0,1-1 0,-1 1 0,-1-1 0,1 0 0,0 0 0,-1 0 0,-7 2 0,9-4 0,0 1 0,0-1 0,0 1 0,0 0 0,0 0 0,0 0 0,0 0 0,0 0 0,1 1 0,-1-1 0,1 1 0,0-1 0,0 1 0,0 0 0,0 0 0,0 0 0,0 0 0,-1 5 0,2-6 0,0 0 0,0 0 0,0 0 0,0 0 0,1 0 0,-1 0 0,1 1 0,-1-1 0,1 0 0,0 0 0,-1 1 0,1-1 0,1 0 0,-1 0 0,0 1 0,0-1 0,1 0 0,-1 0 0,1 1 0,0-1 0,0 0 0,2 4 0,-1-4 0,1-1 0,0 1 0,0-1 0,0 1 0,0-1 0,0 0 0,1 0 0,-1 0 0,0-1 0,0 1 0,1-1 0,-1 0 0,0 1 0,1-2 0,4 1 0,-6-1 0,0 1 0,0 0 0,1 0 0,-1 0 0,0 0 0,0 0 0,0 1 0,0-1 0,0 1 0,0-1 0,0 1 0,0 0 0,0 0 0,0 0 0,0 0 0,0 0 0,-1 0 0,1 0 0,0 0 0,-1 1 0,1-1 0,-1 1 0,1-1 0,-1 1 0,0 0 0,1 0 0,-1-1 0,0 1 0,0 0 0,-1 0 0,1 0 0,0 0 0,-1 0 0,1 0 0,0 4 0,-1-2 0,0-1 0,-1 0 0,1 1 0,-1-1 0,1 1 0,-1-1 0,0 0 0,-1 0 0,1 1 0,0-1 0,-1 0 0,0 0 0,0 0 0,0-1 0,0 1 0,0 0 0,0-1 0,-1 1 0,1-1 0,-1 0 0,-5 4 0,4-3 0,1-1 0,0 1 0,0 0 0,0 0 0,0 0 0,0 1 0,1-1 0,0 1 0,-1-1 0,1 1 0,0 0 0,1 0 0,-1 0 0,1 0 0,-2 5 0,3-8 0,0 1 0,-1 0 0,1-1 0,0 1 0,0-1 0,0 1 0,0-1 0,0 1 0,1 0 0,-1-1 0,0 1 0,1-1 0,-1 1 0,1-1 0,-1 1 0,1-1 0,0 0 0,0 1 0,-1-1 0,1 0 0,0 1 0,0-1 0,0 0 0,1 0 0,-1 0 0,0 0 0,0 0 0,1 0 0,-1 0 0,0 0 0,1-1 0,-1 1 0,1 0 0,-1-1 0,1 0 0,-1 1 0,1-1 0,-1 0 0,1 1 0,-1-1 0,1 0 0,2 0 0,1 0 0,-1 1 0,0 0 0,1 0 0,-1 0 0,0 1 0,1 0 0,-1 0 0,6 4 0,-8-5 0,0 0 0,-1 0 0,1 0 0,0 0 0,-1 0 0,0 1 0,1-1 0,-1 0 0,0 1 0,1 0 0,-1-1 0,0 1 0,0-1 0,0 1 0,-1 0 0,1 0 0,0 0 0,-1 0 0,1-1 0,-1 1 0,0 0 0,1 4 0,-4-1 0,-1 0 0,0-1 0,0 1 0,0-1 0,0 1 0,-1-1 0,1-1 0,-8 6 0,4-3 0,5-4 0,0 0 0,1 0 0,-1 1 0,1-1 0,0 0 0,0 1 0,0-1 0,0 1 0,0 0 0,0 0 0,1 0 0,0 0 0,-1 0 0,1 0 0,0 0 0,0 0 0,1 0 0,-1 1 0,0 3 0,2-4 0,0-1 0,-1 0 0,1 0 0,0 1 0,0-1 0,0 0 0,1 0 0,-1 0 0,0 0 0,1 0 0,0-1 0,-1 1 0,1 0 0,0-1 0,0 1 0,0-1 0,0 0 0,0 0 0,0 1 0,0-1 0,0 0 0,0-1 0,1 1 0,-1 0 0,0-1 0,1 1 0,2-1 0,4 2 0,-2 0 0,0-1 0,0 1 0,0 1 0,0-1 0,9 5 0,-15-6 0,0 0 0,0-1 0,0 1 0,0 0 0,0-1 0,0 1 0,0 0 0,0 0 0,0 0 0,-1 0 0,1 0 0,0 0 0,-1 0 0,1 0 0,-1 0 0,1 0 0,-1 1 0,1-1 0,-1 0 0,0 0 0,1 0 0,-1 1 0,0-1 0,0 0 0,0 0 0,0 0 0,0 1 0,0-1 0,0 0 0,-1 0 0,1 1 0,0-1 0,-1 0 0,1 0 0,-1 0 0,1 0 0,-1 0 0,0 0 0,1 0 0,-2 2 0,-1-1 0,1 1 0,-1 0 0,0-1 0,0 0 0,0 0 0,0 0 0,-1 0 0,1 0 0,0-1 0,-1 1 0,0-1 0,1 0 0,-8 1 0,-30 15 0,39-16 0,1 0 0,-1 0 0,1 0 0,0 0 0,-1 0 0,1 1 0,0-1 0,0 0 0,0 1 0,0-1 0,0 1 0,0 0 0,1-1 0,-1 1 0,0-1 0,1 1 0,-1 0 0,1 0 0,0-1 0,-1 1 0,1 3 0,0-4 0,0 0 0,0 0 0,1 0 0,-1 0 0,0 0 0,0-1 0,1 1 0,-1 0 0,1 0 0,-1 0 0,1 0 0,-1 0 0,1-1 0,-1 1 0,1 0 0,0-1 0,-1 1 0,1 0 0,0-1 0,0 1 0,-1-1 0,1 1 0,0-1 0,0 1 0,0-1 0,0 0 0,1 1 0,33 8 0,-31-9 0,0 1 0,-1 0 0,1-1 0,-1 1 0,1 0 0,-1 1 0,1-1 0,-1 1 0,5 2 0,-7-3 0,0-1 0,0 1 0,0 0 0,0 0 0,0-1 0,0 1 0,-1 0 0,1 0 0,0 0 0,0 0 0,-1 0 0,1 0 0,-1 0 0,1 0 0,-1 1 0,1-1 0,-1 0 0,1 0 0,-1 0 0,0 1 0,0-1 0,0 0 0,0 0 0,0 0 0,0 1 0,0-1 0,0 0 0,0 0 0,0 1 0,-1-1 0,1 0 0,-1 0 0,1 0 0,-1 0 0,1 0 0,-1 1 0,1-1 0,-1 0 0,0 0 0,-1 1 0,-4 2 0,0 0 0,-1 0 0,1-1 0,-1 0 0,0 0 0,-8 2 0,10-4 0,1 0 0,0 0 0,0 1 0,0-1 0,-1 1 0,2 0 0,-1 0 0,0 0 0,0 1 0,1-1 0,-1 1 0,1 0 0,-6 6 0,8-7 0,0-1 0,1 1 0,-1-1 0,0 1 0,1-1 0,-1 1 0,1-1 0,0 1 0,-1-1 0,1 1 0,0 0 0,0-1 0,0 1 0,0-1 0,0 1 0,0 0 0,1-1 0,-1 1 0,1-1 0,-1 1 0,1-1 0,-1 1 0,1-1 0,0 1 0,-1-1 0,2 2 0,1-1 0,0 0 0,0-1 0,0 1 0,0-1 0,0 0 0,0 0 0,1 0 0,-1 0 0,7 0 0,10 3 0,-20-4-20,0 0 1,1 0-1,-1 1 0,0-1 0,0 0 1,0 0-1,0 0 0,0 0 0,0 0 0,1 0 1,-1 0-1,0 0 0,0 0 0,0 0 0,0 0 1,0 0-1,0 0 0,1 0 0,-1 0 1,0 1-1,0-1 0,0 0 0,0 0 0,0 0 1,0 0-1,0 0 0,0 0 0,0 0 0,0 1 1,0-1-1,0 0 0,0 0 0,1 0 1,-1 0-1,0 0 0,0 1 0,0-1 0,0 0 1,0 0-1,0 0 0,0 0 0,-1 0 0,1 1 1,0-1-1,0 0 0,0 0 0,0 0 1,0 0-1,0 0 0,0 0 0,0 1 0,0-1 1,0 0-1,0 0 0,0 0 0,0 0 0,-1 0 1,1 0-1,0 0 0,0 0 0,0 0 1,0 1-1,0-1 0,0 0 0,-1 0 0,1 0 1,0 0-1,0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19:37:56.095"/>
    </inkml:context>
    <inkml:brush xml:id="br0">
      <inkml:brushProperty name="width" value="0.025" units="cm"/>
      <inkml:brushProperty name="height" value="0.025" units="cm"/>
    </inkml:brush>
  </inkml:definitions>
  <inkml:trace contextRef="#ctx0" brushRef="#br0">92 5 24575,'0'-1'0,"-1"1"0,1 0 0,0-1 0,-1 1 0,1 0 0,-1-1 0,1 1 0,-1 0 0,1-1 0,-1 1 0,0 0 0,1 0 0,-1 0 0,1-1 0,-1 1 0,1 0 0,-1 0 0,0 0 0,1 0 0,-1 0 0,1 0 0,-1 0 0,1 0 0,-1 0 0,0 1 0,1-1 0,-1 0 0,1 0 0,-1 0 0,1 1 0,-1-1 0,1 0 0,-1 1 0,1-1 0,-1 0 0,1 1 0,-1-1 0,0 1 0,-22 12 0,18-10 0,2 0 0,-1 0 0,0 1 0,1 0 0,-1 0 0,1 0 0,0 0 0,1 0 0,-1 1 0,1-1 0,-1 1 0,1-1 0,1 1 0,-1 0 0,-1 6 0,3-9 0,0 0 0,0-1 0,-1 1 0,1 0 0,0 0 0,0 0 0,1-1 0,-1 1 0,0 0 0,1 0 0,-1-1 0,1 1 0,-1 0 0,1 0 0,0-1 0,0 1 0,0-1 0,1 3 0,0-3 0,0 1 0,-1-1 0,1 0 0,0 0 0,0 1 0,0-1 0,0-1 0,0 1 0,0 0 0,0 0 0,1-1 0,-1 1 0,0-1 0,0 0 0,1 0 0,-1 0 0,0 0 0,4 0 0,-1-1 0,0 1 0,0 0 0,0 1 0,0-1 0,0 1 0,0 0 0,0 0 0,6 3 0,-11-4 0,1 0 0,0 1 0,0-1 0,-1 0 0,1 1 0,0-1 0,-1 1 0,1-1 0,0 1 0,-1 0 0,1-1 0,-1 1 0,1 0 0,-1-1 0,1 1 0,-1 0 0,0-1 0,1 1 0,-1 0 0,0 0 0,1 0 0,-1 1 0,0-1 0,0 1 0,-1 0 0,1-1 0,0 1 0,-1-1 0,1 1 0,-1 0 0,0-1 0,1 1 0,-1-1 0,0 0 0,0 1 0,0-1 0,0 1 0,0-1 0,-2 1 0,-1 2 0,1-1 0,-1 1 0,-1-1 0,1 0 0,0 0 0,-1 0 0,-7 2 0,9-4 0,0 1 0,0-1 0,0 1 0,0 0 0,0 0 0,0 0 0,0 0 0,0 0 0,1 1 0,-1-1 0,1 1 0,0-1 0,0 1 0,0 0 0,0 0 0,0 0 0,0 0 0,-1 5 0,2-6 0,0 0 0,0 0 0,0 0 0,0 0 0,1 0 0,-1 0 0,1 1 0,-1-1 0,1 0 0,0 0 0,-1 1 0,1-1 0,1 0 0,-1 0 0,0 1 0,0-1 0,1 0 0,-1 0 0,1 1 0,0-1 0,0 0 0,2 4 0,-1-4 0,1-1 0,0 1 0,0-1 0,0 1 0,0-1 0,0 0 0,1 0 0,-1 0 0,0-1 0,0 1 0,1-1 0,-1 0 0,0 1 0,1-2 0,4 1 0,-6-1 0,0 1 0,0 0 0,1 0 0,-1 0 0,0 0 0,0 0 0,0 1 0,0-1 0,0 1 0,0-1 0,0 1 0,0 0 0,0 0 0,0 0 0,0 0 0,0 0 0,-1 0 0,1 0 0,0 0 0,-1 1 0,1-1 0,-1 1 0,1-1 0,-1 1 0,0 0 0,1 0 0,-1-1 0,0 1 0,0 0 0,-1 0 0,1 0 0,0 0 0,-1 0 0,1 0 0,0 4 0,-1-2 0,0-1 0,-1 0 0,1 1 0,-1-1 0,1 1 0,-1-1 0,0 0 0,-1 0 0,1 1 0,0-1 0,-1 0 0,0 0 0,0 0 0,0-1 0,0 1 0,0 0 0,0-1 0,-1 1 0,1-1 0,-1 0 0,-5 4 0,4-3 0,1-1 0,0 1 0,0 0 0,0 0 0,0 0 0,0 1 0,1-1 0,0 1 0,-1-1 0,1 1 0,0 0 0,1 0 0,-1 0 0,1 0 0,-2 5 0,3-8 0,0 1 0,-1 0 0,1-1 0,0 1 0,0-1 0,0 1 0,0-1 0,0 1 0,1 0 0,-1-1 0,0 1 0,1-1 0,-1 1 0,1-1 0,-1 1 0,1-1 0,0 0 0,0 1 0,-1-1 0,1 0 0,0 1 0,0-1 0,0 0 0,1 0 0,-1 0 0,0 0 0,0 0 0,1 0 0,-1 0 0,0 0 0,1-1 0,-1 1 0,1 0 0,-1-1 0,1 0 0,-1 1 0,1-1 0,-1 0 0,1 1 0,-1-1 0,1 0 0,2 0 0,1 0 0,-1 1 0,0 0 0,1 0 0,-1 0 0,0 1 0,1 0 0,-1 0 0,6 4 0,-8-5 0,0 0 0,-1 0 0,1 0 0,0 0 0,-1 0 0,0 1 0,1-1 0,-1 0 0,0 1 0,1 0 0,-1-1 0,0 1 0,0-1 0,0 1 0,-1 0 0,1 0 0,0 0 0,-1 0 0,1-1 0,-1 1 0,0 0 0,1 4 0,-4-1 0,-1 0 0,0-1 0,0 1 0,0-1 0,0 1 0,-1-1 0,1-1 0,-8 6 0,4-3 0,5-4 0,0 0 0,1 0 0,-1 1 0,1-1 0,0 0 0,0 1 0,0-1 0,0 1 0,0 0 0,0 0 0,1 0 0,0 0 0,-1 0 0,1 0 0,0 0 0,0 0 0,1 0 0,-1 1 0,0 3 0,2-4 0,0-1 0,-1 0 0,1 0 0,0 1 0,0-1 0,0 0 0,1 0 0,-1 0 0,0 0 0,1 0 0,0-1 0,-1 1 0,1 0 0,0-1 0,0 1 0,0-1 0,0 0 0,0 0 0,0 1 0,0-1 0,0 0 0,0-1 0,1 1 0,-1 0 0,0-1 0,1 1 0,2-1 0,4 2 0,-2 0 0,0-1 0,0 1 0,0 1 0,0-1 0,9 5 0,-15-6 0,0 0 0,0-1 0,0 1 0,0 0 0,0-1 0,0 1 0,0 0 0,0 0 0,0 0 0,-1 0 0,1 0 0,0 0 0,-1 0 0,1 0 0,-1 0 0,1 0 0,-1 1 0,1-1 0,-1 0 0,0 0 0,1 0 0,-1 1 0,0-1 0,0 0 0,0 0 0,0 0 0,0 1 0,0-1 0,0 0 0,-1 0 0,1 1 0,0-1 0,-1 0 0,1 0 0,-1 0 0,1 0 0,-1 0 0,0 0 0,1 0 0,-2 2 0,-1-1 0,1 1 0,-1 0 0,0-1 0,0 0 0,0 0 0,0 0 0,-1 0 0,1 0 0,0-1 0,-1 1 0,0-1 0,1 0 0,-8 1 0,-30 15 0,39-16 0,1 0 0,-1 0 0,1 0 0,0 0 0,-1 0 0,1 1 0,0-1 0,0 0 0,0 1 0,0-1 0,0 1 0,0 0 0,1-1 0,-1 1 0,0-1 0,1 1 0,-1 0 0,1 0 0,0-1 0,-1 1 0,1 3 0,0-4 0,0 0 0,0 0 0,1 0 0,-1 0 0,0 0 0,0-1 0,1 1 0,-1 0 0,1 0 0,-1 0 0,1 0 0,-1 0 0,1-1 0,-1 1 0,1 0 0,0-1 0,-1 1 0,1 0 0,0-1 0,0 1 0,-1-1 0,1 1 0,0-1 0,0 1 0,0-1 0,0 0 0,1 1 0,33 8 0,-31-9 0,0 1 0,-1 0 0,1-1 0,-1 1 0,1 0 0,-1 1 0,1-1 0,-1 1 0,5 2 0,-7-3 0,0-1 0,0 1 0,0 0 0,0 0 0,0-1 0,0 1 0,-1 0 0,1 0 0,0 0 0,0 0 0,-1 0 0,1 0 0,-1 0 0,1 0 0,-1 1 0,1-1 0,-1 0 0,1 0 0,-1 0 0,0 1 0,0-1 0,0 0 0,0 0 0,0 0 0,0 1 0,0-1 0,0 0 0,0 0 0,0 1 0,-1-1 0,1 0 0,-1 0 0,1 0 0,-1 0 0,1 0 0,-1 1 0,1-1 0,-1 0 0,0 0 0,-1 1 0,-4 2 0,0 0 0,-1 0 0,1-1 0,-1 0 0,0 0 0,-8 2 0,10-4 0,1 0 0,0 0 0,0 1 0,0-1 0,-1 1 0,2 0 0,-1 0 0,0 0 0,0 1 0,1-1 0,-1 1 0,1 0 0,-6 6 0,8-7 0,0-1 0,1 1 0,-1-1 0,0 1 0,1-1 0,-1 1 0,1-1 0,0 1 0,-1-1 0,1 1 0,0 0 0,0-1 0,0 1 0,0-1 0,0 1 0,0 0 0,1-1 0,-1 1 0,1-1 0,-1 1 0,1-1 0,-1 1 0,1-1 0,0 1 0,-1-1 0,2 2 0,1-1 0,0 0 0,0-1 0,0 1 0,0-1 0,0 0 0,0 0 0,1 0 0,-1 0 0,7 0 0,10 3 0,-20-4-20,0 0 1,1 0-1,-1 1 0,0-1 0,0 0 1,0 0-1,0 0 0,0 0 0,0 0 0,1 0 1,-1 0-1,0 0 0,0 0 0,0 0 0,0 0 1,0 0-1,0 0 0,1 0 0,-1 0 1,0 1-1,0-1 0,0 0 0,0 0 0,0 0 1,0 0-1,0 0 0,0 0 0,0 0 0,0 1 1,0-1-1,0 0 0,0 0 0,1 0 1,-1 0-1,0 0 0,0 1 0,0-1 0,0 0 1,0 0-1,0 0 0,0 0 0,-1 0 0,1 1 1,0-1-1,0 0 0,0 0 0,0 0 1,0 0-1,0 0 0,0 0 0,0 1 0,0-1 1,0 0-1,0 0 0,0 0 0,0 0 0,-1 0 1,1 0-1,0 0 0,0 0 0,0 0 1,0 1-1,0-1 0,0 0 0,-1 0 0,1 0 1,0 0-1,0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19:44:59.165"/>
    </inkml:context>
    <inkml:brush xml:id="br0">
      <inkml:brushProperty name="width" value="0.025" units="cm"/>
      <inkml:brushProperty name="height" value="0.025" units="cm"/>
    </inkml:brush>
  </inkml:definitions>
  <inkml:trace contextRef="#ctx0" brushRef="#br0">92 5 24575,'0'-1'0,"-1"1"0,1 0 0,0-1 0,-1 1 0,1 0 0,-1-1 0,1 1 0,-1 0 0,1-1 0,-1 1 0,0 0 0,1 0 0,-1 0 0,1-1 0,-1 1 0,1 0 0,-1 0 0,0 0 0,1 0 0,-1 0 0,1 0 0,-1 0 0,1 0 0,-1 0 0,0 1 0,1-1 0,-1 0 0,1 0 0,-1 0 0,1 1 0,-1-1 0,1 0 0,-1 1 0,1-1 0,-1 0 0,1 1 0,-1-1 0,0 1 0,-22 12 0,18-10 0,2 0 0,-1 0 0,0 1 0,1 0 0,-1 0 0,1 0 0,0 0 0,1 0 0,-1 1 0,1-1 0,-1 1 0,1-1 0,1 1 0,-1 0 0,-1 6 0,3-9 0,0 0 0,0-1 0,-1 1 0,1 0 0,0 0 0,0 0 0,1-1 0,-1 1 0,0 0 0,1 0 0,-1-1 0,1 1 0,-1 0 0,1 0 0,0-1 0,0 1 0,0-1 0,1 3 0,0-3 0,0 1 0,-1-1 0,1 0 0,0 0 0,0 1 0,0-1 0,0-1 0,0 1 0,0 0 0,0 0 0,1-1 0,-1 1 0,0-1 0,0 0 0,1 0 0,-1 0 0,0 0 0,4 0 0,-1-1 0,0 1 0,0 0 0,0 1 0,0-1 0,0 1 0,0 0 0,0 0 0,6 3 0,-11-4 0,1 0 0,0 1 0,0-1 0,-1 0 0,1 1 0,0-1 0,-1 1 0,1-1 0,0 1 0,-1 0 0,1-1 0,-1 1 0,1 0 0,-1-1 0,1 1 0,-1 0 0,0-1 0,1 1 0,-1 0 0,0 0 0,1 0 0,-1 1 0,0-1 0,0 1 0,-1 0 0,1-1 0,0 1 0,-1-1 0,1 1 0,-1 0 0,0-1 0,1 1 0,-1-1 0,0 0 0,0 1 0,0-1 0,0 1 0,0-1 0,-2 1 0,-1 2 0,1-1 0,-1 1 0,-1-1 0,1 0 0,0 0 0,-1 0 0,-7 2 0,9-4 0,0 1 0,0-1 0,0 1 0,0 0 0,0 0 0,0 0 0,0 0 0,0 0 0,1 1 0,-1-1 0,1 1 0,0-1 0,0 1 0,0 0 0,0 0 0,0 0 0,0 0 0,-1 5 0,2-6 0,0 0 0,0 0 0,0 0 0,0 0 0,1 0 0,-1 0 0,1 1 0,-1-1 0,1 0 0,0 0 0,-1 1 0,1-1 0,1 0 0,-1 0 0,0 1 0,0-1 0,1 0 0,-1 0 0,1 1 0,0-1 0,0 0 0,2 4 0,-1-4 0,1-1 0,0 1 0,0-1 0,0 1 0,0-1 0,0 0 0,1 0 0,-1 0 0,0-1 0,0 1 0,1-1 0,-1 0 0,0 1 0,1-2 0,4 1 0,-6-1 0,0 1 0,0 0 0,1 0 0,-1 0 0,0 0 0,0 0 0,0 1 0,0-1 0,0 1 0,0-1 0,0 1 0,0 0 0,0 0 0,0 0 0,0 0 0,0 0 0,-1 0 0,1 0 0,0 0 0,-1 1 0,1-1 0,-1 1 0,1-1 0,-1 1 0,0 0 0,1 0 0,-1-1 0,0 1 0,0 0 0,-1 0 0,1 0 0,0 0 0,-1 0 0,1 0 0,0 4 0,-1-2 0,0-1 0,-1 0 0,1 1 0,-1-1 0,1 1 0,-1-1 0,0 0 0,-1 0 0,1 1 0,0-1 0,-1 0 0,0 0 0,0 0 0,0-1 0,0 1 0,0 0 0,0-1 0,-1 1 0,1-1 0,-1 0 0,-5 4 0,4-3 0,1-1 0,0 1 0,0 0 0,0 0 0,0 0 0,0 1 0,1-1 0,0 1 0,-1-1 0,1 1 0,0 0 0,1 0 0,-1 0 0,1 0 0,-2 5 0,3-8 0,0 1 0,-1 0 0,1-1 0,0 1 0,0-1 0,0 1 0,0-1 0,0 1 0,1 0 0,-1-1 0,0 1 0,1-1 0,-1 1 0,1-1 0,-1 1 0,1-1 0,0 0 0,0 1 0,-1-1 0,1 0 0,0 1 0,0-1 0,0 0 0,1 0 0,-1 0 0,0 0 0,0 0 0,1 0 0,-1 0 0,0 0 0,1-1 0,-1 1 0,1 0 0,-1-1 0,1 0 0,-1 1 0,1-1 0,-1 0 0,1 1 0,-1-1 0,1 0 0,2 0 0,1 0 0,-1 1 0,0 0 0,1 0 0,-1 0 0,0 1 0,1 0 0,-1 0 0,6 4 0,-8-5 0,0 0 0,-1 0 0,1 0 0,0 0 0,-1 0 0,0 1 0,1-1 0,-1 0 0,0 1 0,1 0 0,-1-1 0,0 1 0,0-1 0,0 1 0,-1 0 0,1 0 0,0 0 0,-1 0 0,1-1 0,-1 1 0,0 0 0,1 4 0,-4-1 0,-1 0 0,0-1 0,0 1 0,0-1 0,0 1 0,-1-1 0,1-1 0,-8 6 0,4-3 0,5-4 0,0 0 0,1 0 0,-1 1 0,1-1 0,0 0 0,0 1 0,0-1 0,0 1 0,0 0 0,0 0 0,1 0 0,0 0 0,-1 0 0,1 0 0,0 0 0,0 0 0,1 0 0,-1 1 0,0 3 0,2-4 0,0-1 0,-1 0 0,1 0 0,0 1 0,0-1 0,0 0 0,1 0 0,-1 0 0,0 0 0,1 0 0,0-1 0,-1 1 0,1 0 0,0-1 0,0 1 0,0-1 0,0 0 0,0 0 0,0 1 0,0-1 0,0 0 0,0-1 0,1 1 0,-1 0 0,0-1 0,1 1 0,2-1 0,4 2 0,-2 0 0,0-1 0,0 1 0,0 1 0,0-1 0,9 5 0,-15-6 0,0 0 0,0-1 0,0 1 0,0 0 0,0-1 0,0 1 0,0 0 0,0 0 0,0 0 0,-1 0 0,1 0 0,0 0 0,-1 0 0,1 0 0,-1 0 0,1 0 0,-1 1 0,1-1 0,-1 0 0,0 0 0,1 0 0,-1 1 0,0-1 0,0 0 0,0 0 0,0 0 0,0 1 0,0-1 0,0 0 0,-1 0 0,1 1 0,0-1 0,-1 0 0,1 0 0,-1 0 0,1 0 0,-1 0 0,0 0 0,1 0 0,-2 2 0,-1-1 0,1 1 0,-1 0 0,0-1 0,0 0 0,0 0 0,0 0 0,-1 0 0,1 0 0,0-1 0,-1 1 0,0-1 0,1 0 0,-8 1 0,-30 15 0,39-16 0,1 0 0,-1 0 0,1 0 0,0 0 0,-1 0 0,1 1 0,0-1 0,0 0 0,0 1 0,0-1 0,0 1 0,0 0 0,1-1 0,-1 1 0,0-1 0,1 1 0,-1 0 0,1 0 0,0-1 0,-1 1 0,1 3 0,0-4 0,0 0 0,0 0 0,1 0 0,-1 0 0,0 0 0,0-1 0,1 1 0,-1 0 0,1 0 0,-1 0 0,1 0 0,-1 0 0,1-1 0,-1 1 0,1 0 0,0-1 0,-1 1 0,1 0 0,0-1 0,0 1 0,-1-1 0,1 1 0,0-1 0,0 1 0,0-1 0,0 0 0,1 1 0,33 8 0,-31-9 0,0 1 0,-1 0 0,1-1 0,-1 1 0,1 0 0,-1 1 0,1-1 0,-1 1 0,5 2 0,-7-3 0,0-1 0,0 1 0,0 0 0,0 0 0,0-1 0,0 1 0,-1 0 0,1 0 0,0 0 0,0 0 0,-1 0 0,1 0 0,-1 0 0,1 0 0,-1 1 0,1-1 0,-1 0 0,1 0 0,-1 0 0,0 1 0,0-1 0,0 0 0,0 0 0,0 0 0,0 1 0,0-1 0,0 0 0,0 0 0,0 1 0,-1-1 0,1 0 0,-1 0 0,1 0 0,-1 0 0,1 0 0,-1 1 0,1-1 0,-1 0 0,0 0 0,-1 1 0,-4 2 0,0 0 0,-1 0 0,1-1 0,-1 0 0,0 0 0,-8 2 0,10-4 0,1 0 0,0 0 0,0 1 0,0-1 0,-1 1 0,2 0 0,-1 0 0,0 0 0,0 1 0,1-1 0,-1 1 0,1 0 0,-6 6 0,8-7 0,0-1 0,1 1 0,-1-1 0,0 1 0,1-1 0,-1 1 0,1-1 0,0 1 0,-1-1 0,1 1 0,0 0 0,0-1 0,0 1 0,0-1 0,0 1 0,0 0 0,1-1 0,-1 1 0,1-1 0,-1 1 0,1-1 0,-1 1 0,1-1 0,0 1 0,-1-1 0,2 2 0,1-1 0,0 0 0,0-1 0,0 1 0,0-1 0,0 0 0,0 0 0,1 0 0,-1 0 0,7 0 0,10 3 0,-20-4-20,0 0 1,1 0-1,-1 1 0,0-1 0,0 0 1,0 0-1,0 0 0,0 0 0,0 0 0,1 0 1,-1 0-1,0 0 0,0 0 0,0 0 0,0 0 1,0 0-1,0 0 0,1 0 0,-1 0 1,0 1-1,0-1 0,0 0 0,0 0 0,0 0 1,0 0-1,0 0 0,0 0 0,0 0 0,0 1 1,0-1-1,0 0 0,0 0 0,1 0 1,-1 0-1,0 0 0,0 1 0,0-1 0,0 0 1,0 0-1,0 0 0,0 0 0,-1 0 0,1 1 1,0-1-1,0 0 0,0 0 0,0 0 1,0 0-1,0 0 0,0 0 0,0 1 0,0-1 1,0 0-1,0 0 0,0 0 0,0 0 0,-1 0 1,1 0-1,0 0 0,0 0 0,0 0 1,0 1-1,0-1 0,0 0 0,-1 0 0,1 0 1,0 0-1,0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0:47:46.629"/>
    </inkml:context>
    <inkml:brush xml:id="br0">
      <inkml:brushProperty name="width" value="0.025" units="cm"/>
      <inkml:brushProperty name="height" value="0.025" units="cm"/>
    </inkml:brush>
  </inkml:definitions>
  <inkml:trace contextRef="#ctx0" brushRef="#br0">92 5 24575,'0'-1'0,"-1"1"0,1 0 0,0-1 0,-1 1 0,1 0 0,-1-1 0,1 1 0,-1 0 0,1-1 0,-1 1 0,0 0 0,1 0 0,-1 0 0,1-1 0,-1 1 0,1 0 0,-1 0 0,0 0 0,1 0 0,-1 0 0,1 0 0,-1 0 0,1 0 0,-1 0 0,0 1 0,1-1 0,-1 0 0,1 0 0,-1 0 0,1 1 0,-1-1 0,1 0 0,-1 1 0,1-1 0,-1 0 0,1 1 0,-1-1 0,0 1 0,-22 12 0,18-10 0,2 0 0,-1 0 0,0 1 0,1 0 0,-1 0 0,1 0 0,0 0 0,1 0 0,-1 1 0,1-1 0,-1 1 0,1-1 0,1 1 0,-1 0 0,-1 6 0,3-9 0,0 0 0,0-1 0,-1 1 0,1 0 0,0 0 0,0 0 0,1-1 0,-1 1 0,0 0 0,1 0 0,-1-1 0,1 1 0,-1 0 0,1 0 0,0-1 0,0 1 0,0-1 0,1 3 0,0-3 0,0 1 0,-1-1 0,1 0 0,0 0 0,0 1 0,0-1 0,0-1 0,0 1 0,0 0 0,0 0 0,1-1 0,-1 1 0,0-1 0,0 0 0,1 0 0,-1 0 0,0 0 0,4 0 0,-1-1 0,0 1 0,0 0 0,0 1 0,0-1 0,0 1 0,0 0 0,0 0 0,6 3 0,-11-4 0,1 0 0,0 1 0,0-1 0,-1 0 0,1 1 0,0-1 0,-1 1 0,1-1 0,0 1 0,-1 0 0,1-1 0,-1 1 0,1 0 0,-1-1 0,1 1 0,-1 0 0,0-1 0,1 1 0,-1 0 0,0 0 0,1 0 0,-1 1 0,0-1 0,0 1 0,-1 0 0,1-1 0,0 1 0,-1-1 0,1 1 0,-1 0 0,0-1 0,1 1 0,-1-1 0,0 0 0,0 1 0,0-1 0,0 1 0,0-1 0,-2 1 0,-1 2 0,1-1 0,-1 1 0,-1-1 0,1 0 0,0 0 0,-1 0 0,-7 2 0,9-4 0,0 1 0,0-1 0,0 1 0,0 0 0,0 0 0,0 0 0,0 0 0,0 0 0,1 1 0,-1-1 0,1 1 0,0-1 0,0 1 0,0 0 0,0 0 0,0 0 0,0 0 0,-1 5 0,2-6 0,0 0 0,0 0 0,0 0 0,0 0 0,1 0 0,-1 0 0,1 1 0,-1-1 0,1 0 0,0 0 0,-1 1 0,1-1 0,1 0 0,-1 0 0,0 1 0,0-1 0,1 0 0,-1 0 0,1 1 0,0-1 0,0 0 0,2 4 0,-1-4 0,1-1 0,0 1 0,0-1 0,0 1 0,0-1 0,0 0 0,1 0 0,-1 0 0,0-1 0,0 1 0,1-1 0,-1 0 0,0 1 0,1-2 0,4 1 0,-6-1 0,0 1 0,0 0 0,1 0 0,-1 0 0,0 0 0,0 0 0,0 1 0,0-1 0,0 1 0,0-1 0,0 1 0,0 0 0,0 0 0,0 0 0,0 0 0,0 0 0,-1 0 0,1 0 0,0 0 0,-1 1 0,1-1 0,-1 1 0,1-1 0,-1 1 0,0 0 0,1 0 0,-1-1 0,0 1 0,0 0 0,-1 0 0,1 0 0,0 0 0,-1 0 0,1 0 0,0 4 0,-1-2 0,0-1 0,-1 0 0,1 1 0,-1-1 0,1 1 0,-1-1 0,0 0 0,-1 0 0,1 1 0,0-1 0,-1 0 0,0 0 0,0 0 0,0-1 0,0 1 0,0 0 0,0-1 0,-1 1 0,1-1 0,-1 0 0,-5 4 0,4-3 0,1-1 0,0 1 0,0 0 0,0 0 0,0 0 0,0 1 0,1-1 0,0 1 0,-1-1 0,1 1 0,0 0 0,1 0 0,-1 0 0,1 0 0,-2 5 0,3-8 0,0 1 0,-1 0 0,1-1 0,0 1 0,0-1 0,0 1 0,0-1 0,0 1 0,1 0 0,-1-1 0,0 1 0,1-1 0,-1 1 0,1-1 0,-1 1 0,1-1 0,0 0 0,0 1 0,-1-1 0,1 0 0,0 1 0,0-1 0,0 0 0,1 0 0,-1 0 0,0 0 0,0 0 0,1 0 0,-1 0 0,0 0 0,1-1 0,-1 1 0,1 0 0,-1-1 0,1 0 0,-1 1 0,1-1 0,-1 0 0,1 1 0,-1-1 0,1 0 0,2 0 0,1 0 0,-1 1 0,0 0 0,1 0 0,-1 0 0,0 1 0,1 0 0,-1 0 0,6 4 0,-8-5 0,0 0 0,-1 0 0,1 0 0,0 0 0,-1 0 0,0 1 0,1-1 0,-1 0 0,0 1 0,1 0 0,-1-1 0,0 1 0,0-1 0,0 1 0,-1 0 0,1 0 0,0 0 0,-1 0 0,1-1 0,-1 1 0,0 0 0,1 4 0,-4-1 0,-1 0 0,0-1 0,0 1 0,0-1 0,0 1 0,-1-1 0,1-1 0,-8 6 0,4-3 0,5-4 0,0 0 0,1 0 0,-1 1 0,1-1 0,0 0 0,0 1 0,0-1 0,0 1 0,0 0 0,0 0 0,1 0 0,0 0 0,-1 0 0,1 0 0,0 0 0,0 0 0,1 0 0,-1 1 0,0 3 0,2-4 0,0-1 0,-1 0 0,1 0 0,0 1 0,0-1 0,0 0 0,1 0 0,-1 0 0,0 0 0,1 0 0,0-1 0,-1 1 0,1 0 0,0-1 0,0 1 0,0-1 0,0 0 0,0 0 0,0 1 0,0-1 0,0 0 0,0-1 0,1 1 0,-1 0 0,0-1 0,1 1 0,2-1 0,4 2 0,-2 0 0,0-1 0,0 1 0,0 1 0,0-1 0,9 5 0,-15-6 0,0 0 0,0-1 0,0 1 0,0 0 0,0-1 0,0 1 0,0 0 0,0 0 0,0 0 0,-1 0 0,1 0 0,0 0 0,-1 0 0,1 0 0,-1 0 0,1 0 0,-1 1 0,1-1 0,-1 0 0,0 0 0,1 0 0,-1 1 0,0-1 0,0 0 0,0 0 0,0 0 0,0 1 0,0-1 0,0 0 0,-1 0 0,1 1 0,0-1 0,-1 0 0,1 0 0,-1 0 0,1 0 0,-1 0 0,0 0 0,1 0 0,-2 2 0,-1-1 0,1 1 0,-1 0 0,0-1 0,0 0 0,0 0 0,0 0 0,-1 0 0,1 0 0,0-1 0,-1 1 0,0-1 0,1 0 0,-8 1 0,-30 15 0,39-16 0,1 0 0,-1 0 0,1 0 0,0 0 0,-1 0 0,1 1 0,0-1 0,0 0 0,0 1 0,0-1 0,0 1 0,0 0 0,1-1 0,-1 1 0,0-1 0,1 1 0,-1 0 0,1 0 0,0-1 0,-1 1 0,1 3 0,0-4 0,0 0 0,0 0 0,1 0 0,-1 0 0,0 0 0,0-1 0,1 1 0,-1 0 0,1 0 0,-1 0 0,1 0 0,-1 0 0,1-1 0,-1 1 0,1 0 0,0-1 0,-1 1 0,1 0 0,0-1 0,0 1 0,-1-1 0,1 1 0,0-1 0,0 1 0,0-1 0,0 0 0,1 1 0,33 8 0,-31-9 0,0 1 0,-1 0 0,1-1 0,-1 1 0,1 0 0,-1 1 0,1-1 0,-1 1 0,5 2 0,-7-3 0,0-1 0,0 1 0,0 0 0,0 0 0,0-1 0,0 1 0,-1 0 0,1 0 0,0 0 0,0 0 0,-1 0 0,1 0 0,-1 0 0,1 0 0,-1 1 0,1-1 0,-1 0 0,1 0 0,-1 0 0,0 1 0,0-1 0,0 0 0,0 0 0,0 0 0,0 1 0,0-1 0,0 0 0,0 0 0,0 1 0,-1-1 0,1 0 0,-1 0 0,1 0 0,-1 0 0,1 0 0,-1 1 0,1-1 0,-1 0 0,0 0 0,-1 1 0,-4 2 0,0 0 0,-1 0 0,1-1 0,-1 0 0,0 0 0,-8 2 0,10-4 0,1 0 0,0 0 0,0 1 0,0-1 0,-1 1 0,2 0 0,-1 0 0,0 0 0,0 1 0,1-1 0,-1 1 0,1 0 0,-6 6 0,8-7 0,0-1 0,1 1 0,-1-1 0,0 1 0,1-1 0,-1 1 0,1-1 0,0 1 0,-1-1 0,1 1 0,0 0 0,0-1 0,0 1 0,0-1 0,0 1 0,0 0 0,1-1 0,-1 1 0,1-1 0,-1 1 0,1-1 0,-1 1 0,1-1 0,0 1 0,-1-1 0,2 2 0,1-1 0,0 0 0,0-1 0,0 1 0,0-1 0,0 0 0,0 0 0,1 0 0,-1 0 0,7 0 0,10 3 0,-20-4-20,0 0 1,1 0-1,-1 1 0,0-1 0,0 0 1,0 0-1,0 0 0,0 0 0,0 0 0,1 0 1,-1 0-1,0 0 0,0 0 0,0 0 0,0 0 1,0 0-1,0 0 0,1 0 0,-1 0 1,0 1-1,0-1 0,0 0 0,0 0 0,0 0 1,0 0-1,0 0 0,0 0 0,0 0 0,0 1 1,0-1-1,0 0 0,0 0 0,1 0 1,-1 0-1,0 0 0,0 1 0,0-1 0,0 0 1,0 0-1,0 0 0,0 0 0,-1 0 0,1 1 1,0-1-1,0 0 0,0 0 0,0 0 1,0 0-1,0 0 0,0 0 0,0 1 0,0-1 1,0 0-1,0 0 0,0 0 0,0 0 0,-1 0 1,1 0-1,0 0 0,0 0 0,0 0 1,0 1-1,0-1 0,0 0 0,-1 0 0,1 0 1,0 0-1,0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cse.iitb.ac.in/~mythili/os/anno_slides/lecture1.pdf"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cse.iitb.ac.in/~mythili/os/anno_slides/lecture1.pdf"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cse.iitb.ac.in/~mythili/os/anno_slides/lecture1.pdf"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cse.iitb.ac.in/~mythili/os/anno_slides/lecture1.pdf"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cse.iitb.ac.in/~mythili/os/anno_slides/lecture1.pdf"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cse.iitb.ac.in/~mythili/os/anno_slides/lecture1.pdf"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78358aba08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78358aba0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0b0d603767_0_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0b0d603767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u="sng">
                <a:solidFill>
                  <a:schemeClr val="hlink"/>
                </a:solidFill>
                <a:hlinkClick r:id="rId3"/>
              </a:rPr>
              <a:t>https://www.cse.iitb.ac.in/~mythili/os/anno_slides/lecture1.pdf</a:t>
            </a:r>
            <a:endParaRPr sz="24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10b0d603767_0_4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10b0d603767_0_4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u="sng">
                <a:solidFill>
                  <a:schemeClr val="hlink"/>
                </a:solidFill>
                <a:hlinkClick r:id="rId3"/>
              </a:rPr>
              <a:t>https://www.cse.iitb.ac.in/~mythili/os/anno_slides/lecture1.pdf</a:t>
            </a:r>
            <a:endParaRPr sz="24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10b0d603767_0_6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10b0d603767_0_6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u="sng">
                <a:solidFill>
                  <a:schemeClr val="hlink"/>
                </a:solidFill>
                <a:hlinkClick r:id="rId3"/>
              </a:rPr>
              <a:t>https://www.cse.iitb.ac.in/~mythili/os/anno_slides/lecture1.pdf</a:t>
            </a:r>
            <a:endParaRPr sz="24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10b0d603767_0_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10b0d603767_0_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u="sng">
                <a:solidFill>
                  <a:schemeClr val="hlink"/>
                </a:solidFill>
                <a:hlinkClick r:id="rId3"/>
              </a:rPr>
              <a:t>https://www.cse.iitb.ac.in/~mythili/os/anno_slides/lecture1.pdf</a:t>
            </a:r>
            <a:endParaRPr sz="24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10b0d603767_0_5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10b0d603767_0_5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u="sng">
                <a:solidFill>
                  <a:schemeClr val="hlink"/>
                </a:solidFill>
                <a:hlinkClick r:id="rId3"/>
              </a:rPr>
              <a:t>https://www.cse.iitb.ac.in/~mythili/os/anno_slides/lecture1.pdf</a:t>
            </a:r>
            <a:endParaRPr sz="24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91542c71b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91542c71b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u="sng">
                <a:solidFill>
                  <a:schemeClr val="hlink"/>
                </a:solidFill>
                <a:hlinkClick r:id="rId3"/>
              </a:rPr>
              <a:t>https://www.cse.iitb.ac.in/~mythili/os/anno_slides/lecture1.pdf</a:t>
            </a:r>
            <a:endParaRPr sz="24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10b0d603767_0_8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Dinámicos o estáticos</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Alto desempeño</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Puede presentar problemas de sincronización (</a:t>
            </a:r>
            <a:r>
              <a:rPr lang="es-ES" sz="2400" i="1">
                <a:solidFill>
                  <a:schemeClr val="dk1"/>
                </a:solidFill>
                <a:latin typeface="Roboto"/>
                <a:ea typeface="Roboto"/>
                <a:cs typeface="Roboto"/>
                <a:sym typeface="Roboto"/>
              </a:rPr>
              <a:t>race condition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360" name="Google Shape;360;g10b0d603767_0_8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10b0d603767_0_9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Dinámicos o estáticos</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Alto desempeño</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Puede presentar problemas de sincronización (</a:t>
            </a:r>
            <a:r>
              <a:rPr lang="es-ES" sz="2400" i="1">
                <a:solidFill>
                  <a:schemeClr val="dk1"/>
                </a:solidFill>
                <a:latin typeface="Roboto"/>
                <a:ea typeface="Roboto"/>
                <a:cs typeface="Roboto"/>
                <a:sym typeface="Roboto"/>
              </a:rPr>
              <a:t>race condition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405" name="Google Shape;405;g10b0d603767_0_9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10b0d603767_0_9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Dinámicos o estáticos</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Alto desempeño</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Puede presentar problemas de sincronización (</a:t>
            </a:r>
            <a:r>
              <a:rPr lang="es-ES" sz="2400" i="1">
                <a:solidFill>
                  <a:schemeClr val="dk1"/>
                </a:solidFill>
                <a:latin typeface="Roboto"/>
                <a:ea typeface="Roboto"/>
                <a:cs typeface="Roboto"/>
                <a:sym typeface="Roboto"/>
              </a:rPr>
              <a:t>race condition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420" name="Google Shape;420;g10b0d603767_0_9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10b0d603767_0_9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dirty="0">
                <a:solidFill>
                  <a:schemeClr val="dk1"/>
                </a:solidFill>
                <a:latin typeface="Roboto"/>
                <a:ea typeface="Roboto"/>
                <a:cs typeface="Roboto"/>
                <a:sym typeface="Roboto"/>
              </a:rPr>
              <a:t>Dinámicos o estáticos</a:t>
            </a:r>
            <a:endParaRPr sz="2400" dirty="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dirty="0">
                <a:solidFill>
                  <a:schemeClr val="dk1"/>
                </a:solidFill>
                <a:latin typeface="Roboto"/>
                <a:ea typeface="Roboto"/>
                <a:cs typeface="Roboto"/>
                <a:sym typeface="Roboto"/>
              </a:rPr>
              <a:t>Alto desempeño</a:t>
            </a:r>
            <a:endParaRPr sz="2400" dirty="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914400" lvl="1" indent="-381000" algn="l" rtl="0">
              <a:lnSpc>
                <a:spcPct val="90000"/>
              </a:lnSpc>
              <a:spcBef>
                <a:spcPts val="500"/>
              </a:spcBef>
              <a:spcAft>
                <a:spcPts val="0"/>
              </a:spcAft>
              <a:buClr>
                <a:schemeClr val="dk1"/>
              </a:buClr>
              <a:buSzPts val="2400"/>
              <a:buFont typeface="Roboto"/>
              <a:buChar char="○"/>
            </a:pPr>
            <a:r>
              <a:rPr lang="es-ES" sz="2400" dirty="0">
                <a:solidFill>
                  <a:schemeClr val="dk1"/>
                </a:solidFill>
                <a:latin typeface="Roboto"/>
                <a:ea typeface="Roboto"/>
                <a:cs typeface="Roboto"/>
                <a:sym typeface="Roboto"/>
              </a:rPr>
              <a:t>Puede presentar problemas de sincronización (</a:t>
            </a:r>
            <a:r>
              <a:rPr lang="es-ES" sz="2400" i="1" dirty="0" err="1">
                <a:solidFill>
                  <a:schemeClr val="dk1"/>
                </a:solidFill>
                <a:latin typeface="Roboto"/>
                <a:ea typeface="Roboto"/>
                <a:cs typeface="Roboto"/>
                <a:sym typeface="Roboto"/>
              </a:rPr>
              <a:t>race</a:t>
            </a:r>
            <a:r>
              <a:rPr lang="es-ES" sz="2400" i="1" dirty="0">
                <a:solidFill>
                  <a:schemeClr val="dk1"/>
                </a:solidFill>
                <a:latin typeface="Roboto"/>
                <a:ea typeface="Roboto"/>
                <a:cs typeface="Roboto"/>
                <a:sym typeface="Roboto"/>
              </a:rPr>
              <a:t> </a:t>
            </a:r>
            <a:r>
              <a:rPr lang="es-ES" sz="2400" i="1" dirty="0" err="1">
                <a:solidFill>
                  <a:schemeClr val="dk1"/>
                </a:solidFill>
                <a:latin typeface="Roboto"/>
                <a:ea typeface="Roboto"/>
                <a:cs typeface="Roboto"/>
                <a:sym typeface="Roboto"/>
              </a:rPr>
              <a:t>condition</a:t>
            </a:r>
            <a:r>
              <a:rPr lang="es-ES" sz="2400" dirty="0">
                <a:solidFill>
                  <a:schemeClr val="dk1"/>
                </a:solidFill>
                <a:latin typeface="Roboto"/>
                <a:ea typeface="Roboto"/>
                <a:cs typeface="Roboto"/>
                <a:sym typeface="Roboto"/>
              </a:rPr>
              <a:t>).</a:t>
            </a:r>
            <a:endParaRPr sz="2400" dirty="0">
              <a:solidFill>
                <a:schemeClr val="dk1"/>
              </a:solidFill>
              <a:latin typeface="Roboto"/>
              <a:ea typeface="Roboto"/>
              <a:cs typeface="Roboto"/>
              <a:sym typeface="Roboto"/>
            </a:endParaRPr>
          </a:p>
          <a:p>
            <a:pPr marL="0" lvl="0" indent="0" algn="l" rtl="0">
              <a:lnSpc>
                <a:spcPct val="90000"/>
              </a:lnSpc>
              <a:spcBef>
                <a:spcPts val="500"/>
              </a:spcBef>
              <a:spcAft>
                <a:spcPts val="0"/>
              </a:spcAft>
              <a:buNone/>
            </a:pPr>
            <a:endParaRPr sz="2400" dirty="0">
              <a:solidFill>
                <a:schemeClr val="dk1"/>
              </a:solidFill>
              <a:latin typeface="Roboto"/>
              <a:ea typeface="Roboto"/>
              <a:cs typeface="Roboto"/>
              <a:sym typeface="Roboto"/>
            </a:endParaRPr>
          </a:p>
        </p:txBody>
      </p:sp>
      <p:sp>
        <p:nvSpPr>
          <p:cNvPr id="420" name="Google Shape;420;g10b0d603767_0_9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70851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10b0d603767_0_9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Dinámicos o estáticos</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Alto desempeño</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Puede presentar problemas de sincronización (</a:t>
            </a:r>
            <a:r>
              <a:rPr lang="es-ES" sz="2400" i="1">
                <a:solidFill>
                  <a:schemeClr val="dk1"/>
                </a:solidFill>
                <a:latin typeface="Roboto"/>
                <a:ea typeface="Roboto"/>
                <a:cs typeface="Roboto"/>
                <a:sym typeface="Roboto"/>
              </a:rPr>
              <a:t>race condition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432" name="Google Shape;432;g10b0d603767_0_9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10b0d603767_0_9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Dinámicos o estáticos</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Alto desempeño</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Puede presentar problemas de sincronización (</a:t>
            </a:r>
            <a:r>
              <a:rPr lang="es-ES" sz="2400" i="1">
                <a:solidFill>
                  <a:schemeClr val="dk1"/>
                </a:solidFill>
                <a:latin typeface="Roboto"/>
                <a:ea typeface="Roboto"/>
                <a:cs typeface="Roboto"/>
                <a:sym typeface="Roboto"/>
              </a:rPr>
              <a:t>race condition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432" name="Google Shape;432;g10b0d603767_0_9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45110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102fc7111bf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Dinámicos o estáticos</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Alto desempeño</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Puede presentar problemas de sincronización (</a:t>
            </a:r>
            <a:r>
              <a:rPr lang="es-ES" sz="2400" i="1">
                <a:solidFill>
                  <a:schemeClr val="dk1"/>
                </a:solidFill>
                <a:latin typeface="Roboto"/>
                <a:ea typeface="Roboto"/>
                <a:cs typeface="Roboto"/>
                <a:sym typeface="Roboto"/>
              </a:rPr>
              <a:t>race condition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450" name="Google Shape;450;g102fc7111bf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10b0d603767_0_10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Dinámicos o estáticos</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Alto desempeño</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Puede presentar problemas de sincronización (</a:t>
            </a:r>
            <a:r>
              <a:rPr lang="es-ES" sz="2400" i="1">
                <a:solidFill>
                  <a:schemeClr val="dk1"/>
                </a:solidFill>
                <a:latin typeface="Roboto"/>
                <a:ea typeface="Roboto"/>
                <a:cs typeface="Roboto"/>
                <a:sym typeface="Roboto"/>
              </a:rPr>
              <a:t>race condition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492" name="Google Shape;492;g10b0d603767_0_10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10411c0b8ff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Dinámicos o estáticos</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Alto desempeño</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Puede presentar problemas de sincronización (</a:t>
            </a:r>
            <a:r>
              <a:rPr lang="es-ES" sz="2400" i="1">
                <a:solidFill>
                  <a:schemeClr val="dk1"/>
                </a:solidFill>
                <a:latin typeface="Roboto"/>
                <a:ea typeface="Roboto"/>
                <a:cs typeface="Roboto"/>
                <a:sym typeface="Roboto"/>
              </a:rPr>
              <a:t>race condition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560" name="Google Shape;560;g10411c0b8ff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10411c0b8ff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Dinámicos o estáticos</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Alto desempeño</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Puede presentar problemas de sincronización (</a:t>
            </a:r>
            <a:r>
              <a:rPr lang="es-ES" sz="2400" i="1">
                <a:solidFill>
                  <a:schemeClr val="dk1"/>
                </a:solidFill>
                <a:latin typeface="Roboto"/>
                <a:ea typeface="Roboto"/>
                <a:cs typeface="Roboto"/>
                <a:sym typeface="Roboto"/>
              </a:rPr>
              <a:t>race condition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560" name="Google Shape;560;g10411c0b8ff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18210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g10e655267c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Dinámicos o estáticos</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Alto desempeño</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Puede presentar problemas de sincronización (</a:t>
            </a:r>
            <a:r>
              <a:rPr lang="es-ES" sz="2400" i="1">
                <a:solidFill>
                  <a:schemeClr val="dk1"/>
                </a:solidFill>
                <a:latin typeface="Roboto"/>
                <a:ea typeface="Roboto"/>
                <a:cs typeface="Roboto"/>
                <a:sym typeface="Roboto"/>
              </a:rPr>
              <a:t>race condition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573" name="Google Shape;573;g10e655267c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g10e655267c9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Dinámicos o estáticos</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Alto desempeño</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Puede presentar problemas de sincronización (</a:t>
            </a:r>
            <a:r>
              <a:rPr lang="es-ES" sz="2400" i="1">
                <a:solidFill>
                  <a:schemeClr val="dk1"/>
                </a:solidFill>
                <a:latin typeface="Roboto"/>
                <a:ea typeface="Roboto"/>
                <a:cs typeface="Roboto"/>
                <a:sym typeface="Roboto"/>
              </a:rPr>
              <a:t>race condition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589" name="Google Shape;589;g10e655267c9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g10411c0b8ff_0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10411c0b8ff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10411c0b8ff_0_1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8" name="Google Shape;628;g10411c0b8ff_0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10e655267c9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5" name="Google Shape;635;g10e655267c9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g1053c374b7c_0_2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3" name="Google Shape;643;g1053c374b7c_0_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10411c0b8ff_0_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4" name="Google Shape;654;g10411c0b8ff_0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104304384e2_0_3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Cuda</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OpenCL</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OpenACC</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X10</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Chapel</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UPC</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
        <p:nvSpPr>
          <p:cNvPr id="671" name="Google Shape;671;g104304384e2_0_3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E83176-2AE6-4425-AF29-716B7A334C7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4C6A784E-3396-4F9C-8979-1A77C7E83C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EBB45B00-4181-41C5-8A9C-B5C1D31D74DB}"/>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07EFB3DD-2B42-4BA1-9961-486B0DBE2E0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7E54CDC-52E1-43ED-992B-8E059200756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5438149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6281D6-77CE-48A4-9892-744BC85D588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D8141B1-DAEE-4DB7-9836-AD530B3ACC1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129A8D1-53A5-4E1E-ACF1-4865B6C1042A}"/>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C5BCB5C2-5985-4FE2-887A-95776FC0D75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D0F4240-7265-4A4D-BAE4-FBF76E5324B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407157652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DAF25B-7583-4D56-840A-56C8D211C11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2FEF68F0-5020-4AAC-AFAD-4E2846B0CC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4F13D0C-2295-4D98-9E63-B99E84FBF796}"/>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5E5BF590-BAC5-4D7C-A383-3D513C68F40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EA64B9-8A0C-42E4-9581-F8E6A7E0DBA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182484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10A06D-73DD-4163-BACD-F86C971F0D8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BEDA0CE7-726C-4C1F-A6DB-6ECBD5714EC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BF738648-8411-4072-8CF5-22D7E876B1D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4B52D4D2-8F6E-40B6-800E-58471D663EA3}"/>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AB20F6D4-6894-42D6-9CFD-6499C0C7219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90B5BA3-5CA4-4EAC-8E9C-B95166F83AE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939803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2ED89C-C8B4-4630-AF38-19CA831490D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950C6E1-EFCB-4B64-9467-47224E6E1D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1CD507D-A5CC-44EC-AA06-B070C8A9B73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BDAEA233-B47A-4A40-A3A7-49BE990542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F5F1ACF-4869-48B0-8FF6-777FE667412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A5D6E493-4611-4F9E-8BF9-6A45BE099D51}"/>
              </a:ext>
            </a:extLst>
          </p:cNvPr>
          <p:cNvSpPr>
            <a:spLocks noGrp="1"/>
          </p:cNvSpPr>
          <p:nvPr>
            <p:ph type="dt" sz="half" idx="10"/>
          </p:nvPr>
        </p:nvSpPr>
        <p:spPr/>
        <p:txBody>
          <a:bodyPr/>
          <a:lstStyle/>
          <a:p>
            <a:endParaRPr lang="es-CO"/>
          </a:p>
        </p:txBody>
      </p:sp>
      <p:sp>
        <p:nvSpPr>
          <p:cNvPr id="8" name="Marcador de pie de página 7">
            <a:extLst>
              <a:ext uri="{FF2B5EF4-FFF2-40B4-BE49-F238E27FC236}">
                <a16:creationId xmlns:a16="http://schemas.microsoft.com/office/drawing/2014/main" id="{D7570F28-5290-4268-B1A6-1DC5CECF4FAA}"/>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D2407DE3-6B19-476B-ABFE-F53AC852B2B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5673971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88E7AF-113A-4C7A-949A-751A78D84FE3}"/>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0DE07813-6E42-4C64-9471-4572BEEA97F1}"/>
              </a:ext>
            </a:extLst>
          </p:cNvPr>
          <p:cNvSpPr>
            <a:spLocks noGrp="1"/>
          </p:cNvSpPr>
          <p:nvPr>
            <p:ph type="dt" sz="half" idx="10"/>
          </p:nvPr>
        </p:nvSpPr>
        <p:spPr/>
        <p:txBody>
          <a:bodyPr/>
          <a:lstStyle/>
          <a:p>
            <a:endParaRPr lang="es-CO"/>
          </a:p>
        </p:txBody>
      </p:sp>
      <p:sp>
        <p:nvSpPr>
          <p:cNvPr id="4" name="Marcador de pie de página 3">
            <a:extLst>
              <a:ext uri="{FF2B5EF4-FFF2-40B4-BE49-F238E27FC236}">
                <a16:creationId xmlns:a16="http://schemas.microsoft.com/office/drawing/2014/main" id="{EDFD0D19-044F-44A6-9915-06C8D82C75FE}"/>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F6F10DD9-1CAB-4ED7-BF65-23B3FF0B6D8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23180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67D329B-5131-4B16-9B8F-C5311F1693AD}"/>
              </a:ext>
            </a:extLst>
          </p:cNvPr>
          <p:cNvSpPr>
            <a:spLocks noGrp="1"/>
          </p:cNvSpPr>
          <p:nvPr>
            <p:ph type="dt" sz="half" idx="10"/>
          </p:nvPr>
        </p:nvSpPr>
        <p:spPr/>
        <p:txBody>
          <a:bodyPr/>
          <a:lstStyle/>
          <a:p>
            <a:endParaRPr lang="es-CO"/>
          </a:p>
        </p:txBody>
      </p:sp>
      <p:sp>
        <p:nvSpPr>
          <p:cNvPr id="3" name="Marcador de pie de página 2">
            <a:extLst>
              <a:ext uri="{FF2B5EF4-FFF2-40B4-BE49-F238E27FC236}">
                <a16:creationId xmlns:a16="http://schemas.microsoft.com/office/drawing/2014/main" id="{3F225E4D-BF16-4CA6-844A-A6B5125EDFD5}"/>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180BEAEB-397C-434C-8C0D-97057D2E9CE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417401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175509-1703-4EC0-B650-4900780F17E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587CC8E-0112-4898-A3B2-F2798ED181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23A45065-E2BF-49E2-B8B6-87B3B766CA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EB0E98C-7DCD-404C-B2F9-551A2CF64662}"/>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2FDB60E7-D339-49BA-9EC6-3A7FC86A8B1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B6E5ACA3-F337-4573-9929-619C14E8373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380654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D917A2-87A0-4BF2-9AE4-68690083068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A69965A6-EF00-4E68-93D3-A9CE8B1657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C6761B7E-11D5-4562-8E14-D7A7675BD5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65EF501-3FA3-4630-ABBE-83080E214A96}"/>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8FC9C617-0085-4B6E-909A-BE00961F47C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731EBE9-E21D-4795-B4F3-4EB31321089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84762257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1BF255-CB9F-4BBF-A935-4F124C3048A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53F2F238-B951-45F3-82E6-DACC0317670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03DEEB9-8CAB-44F2-89B8-869EDD595342}"/>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6CE0143F-DE57-48FC-A70E-5CF750FD74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535D36C-06E8-4C65-B679-53CBAE89F33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354906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F8D8602-AD9F-4DF0-970C-0589B906145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F5115B21-C694-46E2-B782-195A85B463D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76AE4A8-9F61-4BA7-8B27-AFE1D05342BB}"/>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20DD4CA9-FA28-42EC-BE5B-D5F3584DD55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EABC836-10E3-448D-A026-45EDA2785ED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5574602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UdeA-Nueva 1 1">
  <p:cSld name="UdeA-Nueva 1 1">
    <p:spTree>
      <p:nvGrpSpPr>
        <p:cNvPr id="1" name="Shape 36"/>
        <p:cNvGrpSpPr/>
        <p:nvPr/>
      </p:nvGrpSpPr>
      <p:grpSpPr>
        <a:xfrm>
          <a:off x="0" y="0"/>
          <a:ext cx="0" cy="0"/>
          <a:chOff x="0" y="0"/>
          <a:chExt cx="0" cy="0"/>
        </a:xfrm>
      </p:grpSpPr>
      <p:sp>
        <p:nvSpPr>
          <p:cNvPr id="37" name="Google Shape;37;p4"/>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8CC63E"/>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 name="Google Shape;38;p4"/>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39" name="Google Shape;39;p4"/>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4"/>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4"/>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1483796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UdeA-Nueva 1">
  <p:cSld name="UdeA-Nueva 1">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F8A02B"/>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26" name="Google Shape;26;p3"/>
          <p:cNvSpPr txBox="1">
            <a:spLocks noGrp="1"/>
          </p:cNvSpPr>
          <p:nvPr>
            <p:ph type="dt" idx="10"/>
          </p:nvPr>
        </p:nvSpPr>
        <p:spPr>
          <a:xfrm>
            <a:off x="1204075" y="62974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48616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1180104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UdeA-Nueva 1 1 1">
  <p:cSld name="UdeA-Nueva 1 1 1">
    <p:spTree>
      <p:nvGrpSpPr>
        <p:cNvPr id="1" name="Shape 48"/>
        <p:cNvGrpSpPr/>
        <p:nvPr/>
      </p:nvGrpSpPr>
      <p:grpSpPr>
        <a:xfrm>
          <a:off x="0" y="0"/>
          <a:ext cx="0" cy="0"/>
          <a:chOff x="0" y="0"/>
          <a:chExt cx="0" cy="0"/>
        </a:xfrm>
      </p:grpSpPr>
      <p:sp>
        <p:nvSpPr>
          <p:cNvPr id="49" name="Google Shape;49;p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701E5C"/>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0" name="Google Shape;50;p5"/>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51" name="Google Shape;51;p5"/>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2" name="Google Shape;52;p5"/>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3" name="Google Shape;53;p5"/>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1956025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D27C1BD-3B84-47A1-A28C-D7EB7ACC74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DC25C1C-FEF9-446A-AF29-34301A1371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C3842EE3-E2BA-4280-8CD0-7BFB76FCC0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CO"/>
          </a:p>
        </p:txBody>
      </p:sp>
      <p:sp>
        <p:nvSpPr>
          <p:cNvPr id="5" name="Marcador de pie de página 4">
            <a:extLst>
              <a:ext uri="{FF2B5EF4-FFF2-40B4-BE49-F238E27FC236}">
                <a16:creationId xmlns:a16="http://schemas.microsoft.com/office/drawing/2014/main" id="{96A2BB7F-2CFA-4CB4-9552-8C4D4D53B6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F18498F9-6B8C-4309-BD00-C25BD9B244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738970781"/>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customXml" Target="../ink/ink3.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8.png"/><Relationship Id="rId7" Type="http://schemas.openxmlformats.org/officeDocument/2006/relationships/customXml" Target="../ink/ink4.xml"/><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9.png"/><Relationship Id="rId9" Type="http://schemas.openxmlformats.org/officeDocument/2006/relationships/customXml" Target="../ink/ink5.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1.jpeg"/><Relationship Id="rId7"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customXml" Target="../ink/ink7.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hyperlink" Target="https://www.youtube.com/watch?v=7ge7u5VUSbE"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13.xml"/><Relationship Id="rId5" Type="http://schemas.openxmlformats.org/officeDocument/2006/relationships/hyperlink" Target="https://pythontutor.com/render.html#code=%23include%20%3Cstdio.h%3E%0A%23include%20%3Cstdlib.h%3E%0A%0Aint%20main%28int%20argc,%20char%20*argv%5B%5D%29%20%7B%0A%20%20printf%28%22location%20of%20code%20%20%3A%20%25p%5Cn%22,%20%28void%20*%29%20main%29%3B%0A%20%20printf%28%22location%20of%20heap%20%20%3A%20%25p%5Cn%22,%20%28void%20*%29%20malloc%281%29%29%3B%0A%20%20int%20x%20%3D%203%3B%0A%20%20printf%28%22location%20of%20stack%20%3A%20%25p%5Cn%22,%20%28void%20*%29%20%26x%29%3B%0A%20%20return%20x%3B%0A%7D&amp;cumulative=false&amp;curInstr=0&amp;heapPrimitives=nevernest&amp;mode=display&amp;origin=opt-frontend.js&amp;py=c_gcc9.3.0&amp;rawInputLstJSON=%5B%5D&amp;textReferences=false" TargetMode="External"/><Relationship Id="rId4" Type="http://schemas.openxmlformats.org/officeDocument/2006/relationships/hyperlink" Target="https://github.com/remzi-arpacidusseau/ostep-code/blob/master/vm-intro/va.c"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pythontutor.com/c.html#code=int%20x%3B%0Aint%20main%28int%20argc,%20char%20*argv%5B%5D%29%20%7B%0A%20%20int%20y%3B%0A%20%20int%20*z%20%3D%20malloc%28sizeof%28int%29%29%3B%0A%7D%0A&amp;mode=edit&amp;origin=opt-frontend.js&amp;py=c_gcc9.3.0&amp;rawInputLstJSON=%5B%5D" TargetMode="External"/><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8" Type="http://schemas.openxmlformats.org/officeDocument/2006/relationships/hyperlink" Target="https://applied-programming.github.io/Operating-Systems-Notes/" TargetMode="External"/><Relationship Id="rId13" Type="http://schemas.openxmlformats.org/officeDocument/2006/relationships/hyperlink" Target="http://www.it.uu.se/education/course/homepage/os/vt18/module-4/simple-threads/" TargetMode="External"/><Relationship Id="rId3" Type="http://schemas.openxmlformats.org/officeDocument/2006/relationships/hyperlink" Target="http://pages.cs.wisc.edu/~remzi/OSTEP/" TargetMode="External"/><Relationship Id="rId7" Type="http://schemas.openxmlformats.org/officeDocument/2006/relationships/hyperlink" Target="https://www.os-book.com/OS10/index.html" TargetMode="External"/><Relationship Id="rId12" Type="http://schemas.openxmlformats.org/officeDocument/2006/relationships/hyperlink" Target="https://www.technologyuk.net/computing/computer-software/operating-systems/operating-system-utilities.shtml" TargetMode="External"/><Relationship Id="rId2" Type="http://schemas.openxmlformats.org/officeDocument/2006/relationships/notesSlide" Target="../notesSlides/notesSlide26.xml"/><Relationship Id="rId1" Type="http://schemas.openxmlformats.org/officeDocument/2006/relationships/slideLayout" Target="../slideLayouts/slideLayout14.xml"/><Relationship Id="rId6" Type="http://schemas.openxmlformats.org/officeDocument/2006/relationships/hyperlink" Target="http://pages.cs.wisc.edu/~remzi/" TargetMode="External"/><Relationship Id="rId11" Type="http://schemas.openxmlformats.org/officeDocument/2006/relationships/hyperlink" Target="https://myaut.github.io/dtrace-stap-book/index.html" TargetMode="External"/><Relationship Id="rId5" Type="http://schemas.openxmlformats.org/officeDocument/2006/relationships/hyperlink" Target="https://www.youtube.com/playlist?list=PLlTZ99qnw3zKBiKz7pZ_ErH3AR3rpaaKT" TargetMode="External"/><Relationship Id="rId15" Type="http://schemas.openxmlformats.org/officeDocument/2006/relationships/hyperlink" Target="http://csl.snu.ac.kr/courses/4190.307/2020-1/" TargetMode="External"/><Relationship Id="rId10" Type="http://schemas.openxmlformats.org/officeDocument/2006/relationships/hyperlink" Target="https://myaut.github.io/dtrace-stap-book/kernel/proc.html" TargetMode="External"/><Relationship Id="rId4" Type="http://schemas.openxmlformats.org/officeDocument/2006/relationships/hyperlink" Target="https://pages.cs.wisc.edu/~remzi/OSTEP/vm-intro.pdf" TargetMode="External"/><Relationship Id="rId9" Type="http://schemas.openxmlformats.org/officeDocument/2006/relationships/hyperlink" Target="https://github.com/Aniruddha-Tapas/Operating-Systems-Notes/blob/master/1-Overview.md" TargetMode="External"/><Relationship Id="rId14" Type="http://schemas.openxmlformats.org/officeDocument/2006/relationships/hyperlink" Target="https://courses.cs.duke.edu/spring19/compsci590.1/slid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7"/>
          <p:cNvSpPr txBox="1">
            <a:spLocks noGrp="1"/>
          </p:cNvSpPr>
          <p:nvPr>
            <p:ph type="ctrTitle"/>
          </p:nvPr>
        </p:nvSpPr>
        <p:spPr>
          <a:xfrm>
            <a:off x="474749" y="2506800"/>
            <a:ext cx="11242501" cy="922200"/>
          </a:xfrm>
          <a:prstGeom prst="rect">
            <a:avLst/>
          </a:prstGeom>
        </p:spPr>
        <p:txBody>
          <a:bodyPr spcFirstLastPara="1" wrap="square" lIns="91425" tIns="45700" rIns="91425" bIns="45700" anchor="b" anchorCtr="0">
            <a:noAutofit/>
          </a:bodyPr>
          <a:lstStyle/>
          <a:p>
            <a:pPr marL="0" lvl="0" indent="0" rtl="0">
              <a:spcBef>
                <a:spcPts val="0"/>
              </a:spcBef>
              <a:spcAft>
                <a:spcPts val="0"/>
              </a:spcAft>
              <a:buClr>
                <a:schemeClr val="lt1"/>
              </a:buClr>
              <a:buSzPts val="2800"/>
              <a:buFont typeface="Roboto Slab"/>
              <a:buNone/>
            </a:pPr>
            <a:r>
              <a:rPr lang="es-ES" b="1" dirty="0"/>
              <a:t>Apuntes – Clase 7</a:t>
            </a:r>
            <a:endParaRPr sz="3200" dirty="0"/>
          </a:p>
        </p:txBody>
      </p:sp>
      <p:sp>
        <p:nvSpPr>
          <p:cNvPr id="140" name="Google Shape;140;p17"/>
          <p:cNvSpPr txBox="1">
            <a:spLocks noGrp="1"/>
          </p:cNvSpPr>
          <p:nvPr>
            <p:ph type="subTitle" idx="1"/>
          </p:nvPr>
        </p:nvSpPr>
        <p:spPr>
          <a:xfrm>
            <a:off x="1523999" y="3429000"/>
            <a:ext cx="9144000" cy="3207774"/>
          </a:xfrm>
          <a:prstGeom prst="rect">
            <a:avLst/>
          </a:prstGeom>
        </p:spPr>
        <p:txBody>
          <a:bodyPr spcFirstLastPara="1" wrap="square" lIns="91425" tIns="45700" rIns="91425" bIns="45700" anchor="t" anchorCtr="0">
            <a:noAutofit/>
          </a:bodyPr>
          <a:lstStyle/>
          <a:p>
            <a:pPr marL="0" lvl="0" indent="0" algn="ctr" rtl="0">
              <a:spcBef>
                <a:spcPts val="1000"/>
              </a:spcBef>
              <a:spcAft>
                <a:spcPts val="0"/>
              </a:spcAft>
              <a:buNone/>
            </a:pPr>
            <a:r>
              <a:rPr lang="es-ES" sz="4400" b="1" dirty="0"/>
              <a:t>Memoria virtual</a:t>
            </a:r>
          </a:p>
          <a:p>
            <a:r>
              <a:rPr lang="es-CO" sz="4000" b="1" dirty="0"/>
              <a:t>Sistemas Operativos</a:t>
            </a:r>
          </a:p>
          <a:p>
            <a:r>
              <a:rPr lang="es-CO" sz="3200" dirty="0"/>
              <a:t>Universidad de Antioquia</a:t>
            </a:r>
          </a:p>
          <a:p>
            <a:r>
              <a:rPr lang="es-CO" sz="3200" dirty="0"/>
              <a:t>Facultad de Ingeniería</a:t>
            </a:r>
          </a:p>
          <a:p>
            <a:r>
              <a:rPr lang="es-CO" sz="3200" dirty="0"/>
              <a:t>Ingeniería de Sistemas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0"/>
          <p:cNvSpPr txBox="1">
            <a:spLocks noGrp="1"/>
          </p:cNvSpPr>
          <p:nvPr>
            <p:ph type="title"/>
          </p:nvPr>
        </p:nvSpPr>
        <p:spPr>
          <a:xfrm>
            <a:off x="379850" y="113988"/>
            <a:ext cx="10515600" cy="898719"/>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Proceso</a:t>
            </a:r>
            <a:endParaRPr dirty="0"/>
          </a:p>
        </p:txBody>
      </p:sp>
      <p:sp>
        <p:nvSpPr>
          <p:cNvPr id="158" name="Google Shape;158;p20"/>
          <p:cNvSpPr txBox="1">
            <a:spLocks noGrp="1"/>
          </p:cNvSpPr>
          <p:nvPr>
            <p:ph idx="1"/>
          </p:nvPr>
        </p:nvSpPr>
        <p:spPr>
          <a:xfrm>
            <a:off x="379850" y="959124"/>
            <a:ext cx="10749300" cy="699688"/>
          </a:xfrm>
          <a:prstGeom prst="rect">
            <a:avLst/>
          </a:prstGeom>
        </p:spPr>
        <p:txBody>
          <a:bodyPr spcFirstLastPara="1" wrap="square" lIns="91425" tIns="45700" rIns="91425" bIns="45700" anchor="t" anchorCtr="0">
            <a:noAutofit/>
          </a:bodyPr>
          <a:lstStyle/>
          <a:p>
            <a:pPr marL="76200" lvl="0" indent="0" algn="l" rtl="0">
              <a:lnSpc>
                <a:spcPct val="100000"/>
              </a:lnSpc>
              <a:spcBef>
                <a:spcPts val="480"/>
              </a:spcBef>
              <a:spcAft>
                <a:spcPts val="0"/>
              </a:spcAft>
              <a:buSzPts val="2400"/>
              <a:buNone/>
            </a:pPr>
            <a:r>
              <a:rPr lang="es-ES" sz="2400" dirty="0"/>
              <a:t>Un proceso es un </a:t>
            </a:r>
            <a:r>
              <a:rPr lang="es-ES" sz="2400" b="1" dirty="0">
                <a:solidFill>
                  <a:srgbClr val="0B6937"/>
                </a:solidFill>
              </a:rPr>
              <a:t>programa en ejecución</a:t>
            </a:r>
            <a:r>
              <a:rPr lang="es-ES" sz="2400" dirty="0"/>
              <a:t>.</a:t>
            </a:r>
            <a:endParaRPr sz="2400" dirty="0"/>
          </a:p>
          <a:p>
            <a:pPr marL="0" lvl="0" indent="0" algn="l" rtl="0">
              <a:spcBef>
                <a:spcPts val="1000"/>
              </a:spcBef>
              <a:spcAft>
                <a:spcPts val="0"/>
              </a:spcAft>
              <a:buNone/>
            </a:pPr>
            <a:endParaRPr sz="2200" dirty="0"/>
          </a:p>
          <a:p>
            <a:pPr marL="0" lvl="0" indent="0" algn="l" rtl="0">
              <a:spcBef>
                <a:spcPts val="1000"/>
              </a:spcBef>
              <a:spcAft>
                <a:spcPts val="0"/>
              </a:spcAft>
              <a:buNone/>
            </a:pPr>
            <a:endParaRPr dirty="0"/>
          </a:p>
        </p:txBody>
      </p:sp>
      <p:pic>
        <p:nvPicPr>
          <p:cNvPr id="159" name="Google Shape;159;p20"/>
          <p:cNvPicPr preferRelativeResize="0"/>
          <p:nvPr/>
        </p:nvPicPr>
        <p:blipFill>
          <a:blip r:embed="rId3">
            <a:alphaModFix/>
          </a:blip>
          <a:stretch>
            <a:fillRect/>
          </a:stretch>
        </p:blipFill>
        <p:spPr>
          <a:xfrm>
            <a:off x="4583457" y="4069700"/>
            <a:ext cx="970343" cy="787000"/>
          </a:xfrm>
          <a:prstGeom prst="rect">
            <a:avLst/>
          </a:prstGeom>
          <a:noFill/>
          <a:ln>
            <a:noFill/>
          </a:ln>
        </p:spPr>
      </p:pic>
      <p:grpSp>
        <p:nvGrpSpPr>
          <p:cNvPr id="160" name="Google Shape;160;p20"/>
          <p:cNvGrpSpPr/>
          <p:nvPr/>
        </p:nvGrpSpPr>
        <p:grpSpPr>
          <a:xfrm>
            <a:off x="7383000" y="2232650"/>
            <a:ext cx="4549500" cy="4393500"/>
            <a:chOff x="5458950" y="1790200"/>
            <a:chExt cx="4549500" cy="4393500"/>
          </a:xfrm>
        </p:grpSpPr>
        <p:sp>
          <p:nvSpPr>
            <p:cNvPr id="161" name="Google Shape;161;p20"/>
            <p:cNvSpPr/>
            <p:nvPr/>
          </p:nvSpPr>
          <p:spPr>
            <a:xfrm>
              <a:off x="5458950" y="1790200"/>
              <a:ext cx="4549500" cy="4393500"/>
            </a:xfrm>
            <a:prstGeom prst="ellipse">
              <a:avLst/>
            </a:prstGeom>
            <a:solidFill>
              <a:srgbClr val="000000">
                <a:alpha val="0"/>
              </a:srgbClr>
            </a:solidFill>
            <a:ln w="2857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2" name="Google Shape;162;p20"/>
            <p:cNvGrpSpPr/>
            <p:nvPr/>
          </p:nvGrpSpPr>
          <p:grpSpPr>
            <a:xfrm>
              <a:off x="5988151" y="2590500"/>
              <a:ext cx="1452724" cy="2122900"/>
              <a:chOff x="6077376" y="2623950"/>
              <a:chExt cx="1452724" cy="2122900"/>
            </a:xfrm>
          </p:grpSpPr>
          <p:sp>
            <p:nvSpPr>
              <p:cNvPr id="163" name="Google Shape;163;p20"/>
              <p:cNvSpPr txBox="1"/>
              <p:nvPr/>
            </p:nvSpPr>
            <p:spPr>
              <a:xfrm>
                <a:off x="6161500" y="2623950"/>
                <a:ext cx="9702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600" b="1">
                    <a:latin typeface="Courier New"/>
                    <a:ea typeface="Courier New"/>
                    <a:cs typeface="Courier New"/>
                    <a:sym typeface="Courier New"/>
                  </a:rPr>
                  <a:t>CPU</a:t>
                </a:r>
                <a:endParaRPr sz="1600" b="1">
                  <a:latin typeface="Courier New"/>
                  <a:ea typeface="Courier New"/>
                  <a:cs typeface="Courier New"/>
                  <a:sym typeface="Courier New"/>
                </a:endParaRPr>
              </a:p>
            </p:txBody>
          </p:sp>
          <p:grpSp>
            <p:nvGrpSpPr>
              <p:cNvPr id="164" name="Google Shape;164;p20"/>
              <p:cNvGrpSpPr/>
              <p:nvPr/>
            </p:nvGrpSpPr>
            <p:grpSpPr>
              <a:xfrm>
                <a:off x="6077376" y="3042363"/>
                <a:ext cx="1422424" cy="1401900"/>
                <a:chOff x="6077376" y="3042363"/>
                <a:chExt cx="1422424" cy="1401900"/>
              </a:xfrm>
            </p:grpSpPr>
            <p:sp>
              <p:nvSpPr>
                <p:cNvPr id="165" name="Google Shape;165;p20"/>
                <p:cNvSpPr/>
                <p:nvPr/>
              </p:nvSpPr>
              <p:spPr>
                <a:xfrm>
                  <a:off x="6161500" y="3042363"/>
                  <a:ext cx="1338300" cy="1401900"/>
                </a:xfrm>
                <a:prstGeom prst="rect">
                  <a:avLst/>
                </a:prstGeom>
                <a:solidFill>
                  <a:srgbClr val="FFE599"/>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6" name="Google Shape;166;p20"/>
                <p:cNvGrpSpPr/>
                <p:nvPr/>
              </p:nvGrpSpPr>
              <p:grpSpPr>
                <a:xfrm>
                  <a:off x="6131200" y="3096950"/>
                  <a:ext cx="1178925" cy="461635"/>
                  <a:chOff x="6131200" y="3096950"/>
                  <a:chExt cx="1178925" cy="461635"/>
                </a:xfrm>
              </p:grpSpPr>
              <p:sp>
                <p:nvSpPr>
                  <p:cNvPr id="167" name="Google Shape;167;p20"/>
                  <p:cNvSpPr/>
                  <p:nvPr/>
                </p:nvSpPr>
                <p:spPr>
                  <a:xfrm>
                    <a:off x="6618625" y="3212150"/>
                    <a:ext cx="691500" cy="200400"/>
                  </a:xfrm>
                  <a:prstGeom prst="rect">
                    <a:avLst/>
                  </a:prstGeom>
                  <a:solidFill>
                    <a:srgbClr val="EA9999"/>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0"/>
                  <p:cNvSpPr txBox="1"/>
                  <p:nvPr/>
                </p:nvSpPr>
                <p:spPr>
                  <a:xfrm>
                    <a:off x="6131200" y="3096950"/>
                    <a:ext cx="509850"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b="1">
                        <a:latin typeface="Courier New"/>
                        <a:ea typeface="Courier New"/>
                        <a:cs typeface="Courier New"/>
                        <a:sym typeface="Courier New"/>
                      </a:rPr>
                      <a:t>PC</a:t>
                    </a:r>
                    <a:endParaRPr b="1">
                      <a:latin typeface="Courier New"/>
                      <a:ea typeface="Courier New"/>
                      <a:cs typeface="Courier New"/>
                      <a:sym typeface="Courier New"/>
                    </a:endParaRPr>
                  </a:p>
                </p:txBody>
              </p:sp>
            </p:grpSp>
            <p:grpSp>
              <p:nvGrpSpPr>
                <p:cNvPr id="169" name="Google Shape;169;p20"/>
                <p:cNvGrpSpPr/>
                <p:nvPr/>
              </p:nvGrpSpPr>
              <p:grpSpPr>
                <a:xfrm>
                  <a:off x="6077376" y="3412550"/>
                  <a:ext cx="1232749" cy="461635"/>
                  <a:chOff x="6077376" y="3412550"/>
                  <a:chExt cx="1232749" cy="461635"/>
                </a:xfrm>
              </p:grpSpPr>
              <p:sp>
                <p:nvSpPr>
                  <p:cNvPr id="170" name="Google Shape;170;p20"/>
                  <p:cNvSpPr txBox="1"/>
                  <p:nvPr/>
                </p:nvSpPr>
                <p:spPr>
                  <a:xfrm>
                    <a:off x="6077376" y="3412550"/>
                    <a:ext cx="563674"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b="1" dirty="0">
                        <a:latin typeface="Courier New"/>
                        <a:ea typeface="Courier New"/>
                        <a:cs typeface="Courier New"/>
                        <a:sym typeface="Courier New"/>
                      </a:rPr>
                      <a:t>SP</a:t>
                    </a:r>
                    <a:endParaRPr b="1" dirty="0">
                      <a:latin typeface="Courier New"/>
                      <a:ea typeface="Courier New"/>
                      <a:cs typeface="Courier New"/>
                      <a:sym typeface="Courier New"/>
                    </a:endParaRPr>
                  </a:p>
                </p:txBody>
              </p:sp>
              <p:sp>
                <p:nvSpPr>
                  <p:cNvPr id="171" name="Google Shape;171;p20"/>
                  <p:cNvSpPr/>
                  <p:nvPr/>
                </p:nvSpPr>
                <p:spPr>
                  <a:xfrm>
                    <a:off x="6618625" y="3520825"/>
                    <a:ext cx="691500" cy="200400"/>
                  </a:xfrm>
                  <a:prstGeom prst="rect">
                    <a:avLst/>
                  </a:prstGeom>
                  <a:solidFill>
                    <a:srgbClr val="EA9999"/>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2" name="Google Shape;172;p20"/>
                <p:cNvSpPr txBox="1"/>
                <p:nvPr/>
              </p:nvSpPr>
              <p:spPr>
                <a:xfrm>
                  <a:off x="6566050" y="3744900"/>
                  <a:ext cx="529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b="1">
                      <a:latin typeface="Courier New"/>
                      <a:ea typeface="Courier New"/>
                      <a:cs typeface="Courier New"/>
                      <a:sym typeface="Courier New"/>
                    </a:rPr>
                    <a:t>...</a:t>
                  </a:r>
                  <a:endParaRPr b="1">
                    <a:latin typeface="Courier New"/>
                    <a:ea typeface="Courier New"/>
                    <a:cs typeface="Courier New"/>
                    <a:sym typeface="Courier New"/>
                  </a:endParaRPr>
                </a:p>
              </p:txBody>
            </p:sp>
          </p:grpSp>
          <p:sp>
            <p:nvSpPr>
              <p:cNvPr id="173" name="Google Shape;173;p20"/>
              <p:cNvSpPr txBox="1"/>
              <p:nvPr/>
            </p:nvSpPr>
            <p:spPr>
              <a:xfrm>
                <a:off x="6161500" y="4392850"/>
                <a:ext cx="13686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100" b="1">
                    <a:solidFill>
                      <a:srgbClr val="FF0000"/>
                    </a:solidFill>
                    <a:latin typeface="Courier New"/>
                    <a:ea typeface="Courier New"/>
                    <a:cs typeface="Courier New"/>
                    <a:sym typeface="Courier New"/>
                  </a:rPr>
                  <a:t>Registros</a:t>
                </a:r>
                <a:endParaRPr sz="1100" b="1">
                  <a:solidFill>
                    <a:srgbClr val="FF0000"/>
                  </a:solidFill>
                  <a:latin typeface="Courier New"/>
                  <a:ea typeface="Courier New"/>
                  <a:cs typeface="Courier New"/>
                  <a:sym typeface="Courier New"/>
                </a:endParaRPr>
              </a:p>
            </p:txBody>
          </p:sp>
        </p:grpSp>
        <p:sp>
          <p:nvSpPr>
            <p:cNvPr id="174" name="Google Shape;174;p20"/>
            <p:cNvSpPr/>
            <p:nvPr/>
          </p:nvSpPr>
          <p:spPr>
            <a:xfrm>
              <a:off x="7948250" y="2813125"/>
              <a:ext cx="1076100" cy="1739700"/>
            </a:xfrm>
            <a:prstGeom prst="rect">
              <a:avLst/>
            </a:prstGeom>
            <a:solidFill>
              <a:srgbClr val="EFEFEF"/>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5" name="Google Shape;175;p20"/>
            <p:cNvGrpSpPr/>
            <p:nvPr/>
          </p:nvGrpSpPr>
          <p:grpSpPr>
            <a:xfrm>
              <a:off x="7805450" y="2441425"/>
              <a:ext cx="1368600" cy="2457250"/>
              <a:chOff x="7805450" y="2441425"/>
              <a:chExt cx="1368600" cy="2457250"/>
            </a:xfrm>
          </p:grpSpPr>
          <p:grpSp>
            <p:nvGrpSpPr>
              <p:cNvPr id="176" name="Google Shape;176;p20"/>
              <p:cNvGrpSpPr/>
              <p:nvPr/>
            </p:nvGrpSpPr>
            <p:grpSpPr>
              <a:xfrm>
                <a:off x="7948250" y="2813125"/>
                <a:ext cx="1076100" cy="1739675"/>
                <a:chOff x="7948250" y="2813125"/>
                <a:chExt cx="1076100" cy="1739675"/>
              </a:xfrm>
            </p:grpSpPr>
            <p:sp>
              <p:nvSpPr>
                <p:cNvPr id="177" name="Google Shape;177;p20"/>
                <p:cNvSpPr/>
                <p:nvPr/>
              </p:nvSpPr>
              <p:spPr>
                <a:xfrm>
                  <a:off x="7948250" y="2813125"/>
                  <a:ext cx="1076100" cy="284400"/>
                </a:xfrm>
                <a:prstGeom prst="rect">
                  <a:avLst/>
                </a:prstGeom>
                <a:solidFill>
                  <a:srgbClr val="F4CCCC"/>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urier New"/>
                      <a:ea typeface="Courier New"/>
                      <a:cs typeface="Courier New"/>
                      <a:sym typeface="Courier New"/>
                    </a:rPr>
                    <a:t>Code</a:t>
                  </a:r>
                  <a:endParaRPr sz="800" b="1" dirty="0">
                    <a:latin typeface="Courier New"/>
                    <a:ea typeface="Courier New"/>
                    <a:cs typeface="Courier New"/>
                    <a:sym typeface="Courier New"/>
                  </a:endParaRPr>
                </a:p>
              </p:txBody>
            </p:sp>
            <p:sp>
              <p:nvSpPr>
                <p:cNvPr id="178" name="Google Shape;178;p20"/>
                <p:cNvSpPr/>
                <p:nvPr/>
              </p:nvSpPr>
              <p:spPr>
                <a:xfrm>
                  <a:off x="7950650" y="3085775"/>
                  <a:ext cx="1073100" cy="370800"/>
                </a:xfrm>
                <a:prstGeom prst="rect">
                  <a:avLst/>
                </a:prstGeom>
                <a:solidFill>
                  <a:srgbClr val="FFE599"/>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a:latin typeface="Courier New"/>
                      <a:ea typeface="Courier New"/>
                      <a:cs typeface="Courier New"/>
                      <a:sym typeface="Courier New"/>
                    </a:rPr>
                    <a:t>Data</a:t>
                  </a:r>
                  <a:endParaRPr/>
                </a:p>
              </p:txBody>
            </p:sp>
            <p:sp>
              <p:nvSpPr>
                <p:cNvPr id="179" name="Google Shape;179;p20"/>
                <p:cNvSpPr/>
                <p:nvPr/>
              </p:nvSpPr>
              <p:spPr>
                <a:xfrm>
                  <a:off x="7948250" y="3406050"/>
                  <a:ext cx="1076100" cy="284400"/>
                </a:xfrm>
                <a:prstGeom prst="rect">
                  <a:avLst/>
                </a:prstGeom>
                <a:solidFill>
                  <a:srgbClr val="CFE2F3"/>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urier New"/>
                      <a:ea typeface="Courier New"/>
                      <a:cs typeface="Courier New"/>
                      <a:sym typeface="Courier New"/>
                    </a:rPr>
                    <a:t>heap</a:t>
                  </a:r>
                  <a:endParaRPr dirty="0"/>
                </a:p>
              </p:txBody>
            </p:sp>
            <p:sp>
              <p:nvSpPr>
                <p:cNvPr id="180" name="Google Shape;180;p20"/>
                <p:cNvSpPr/>
                <p:nvPr/>
              </p:nvSpPr>
              <p:spPr>
                <a:xfrm>
                  <a:off x="7948250" y="4268400"/>
                  <a:ext cx="1076100" cy="284400"/>
                </a:xfrm>
                <a:prstGeom prst="rect">
                  <a:avLst/>
                </a:prstGeom>
                <a:solidFill>
                  <a:srgbClr val="CFE2F3"/>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urier New"/>
                      <a:ea typeface="Courier New"/>
                      <a:cs typeface="Courier New"/>
                      <a:sym typeface="Courier New"/>
                    </a:rPr>
                    <a:t>stack</a:t>
                  </a:r>
                  <a:endParaRPr dirty="0"/>
                </a:p>
              </p:txBody>
            </p:sp>
            <p:cxnSp>
              <p:nvCxnSpPr>
                <p:cNvPr id="181" name="Google Shape;181;p20"/>
                <p:cNvCxnSpPr>
                  <a:stCxn id="179" idx="2"/>
                </p:cNvCxnSpPr>
                <p:nvPr/>
              </p:nvCxnSpPr>
              <p:spPr>
                <a:xfrm>
                  <a:off x="8486300" y="3690450"/>
                  <a:ext cx="6900" cy="261300"/>
                </a:xfrm>
                <a:prstGeom prst="straightConnector1">
                  <a:avLst/>
                </a:prstGeom>
                <a:noFill/>
                <a:ln w="9525" cap="flat" cmpd="sng">
                  <a:solidFill>
                    <a:schemeClr val="dk1"/>
                  </a:solidFill>
                  <a:prstDash val="solid"/>
                  <a:round/>
                  <a:headEnd type="none" w="med" len="med"/>
                  <a:tailEnd type="triangle" w="med" len="med"/>
                </a:ln>
              </p:spPr>
            </p:cxnSp>
            <p:cxnSp>
              <p:nvCxnSpPr>
                <p:cNvPr id="182" name="Google Shape;182;p20"/>
                <p:cNvCxnSpPr>
                  <a:stCxn id="180" idx="0"/>
                </p:cNvCxnSpPr>
                <p:nvPr/>
              </p:nvCxnSpPr>
              <p:spPr>
                <a:xfrm rot="10800000" flipH="1">
                  <a:off x="8486300" y="4035600"/>
                  <a:ext cx="4200" cy="232800"/>
                </a:xfrm>
                <a:prstGeom prst="straightConnector1">
                  <a:avLst/>
                </a:prstGeom>
                <a:noFill/>
                <a:ln w="9525" cap="flat" cmpd="sng">
                  <a:solidFill>
                    <a:schemeClr val="dk1"/>
                  </a:solidFill>
                  <a:prstDash val="solid"/>
                  <a:round/>
                  <a:headEnd type="none" w="med" len="med"/>
                  <a:tailEnd type="triangle" w="med" len="med"/>
                </a:ln>
              </p:spPr>
            </p:cxnSp>
          </p:grpSp>
          <p:sp>
            <p:nvSpPr>
              <p:cNvPr id="183" name="Google Shape;183;p20"/>
              <p:cNvSpPr txBox="1"/>
              <p:nvPr/>
            </p:nvSpPr>
            <p:spPr>
              <a:xfrm>
                <a:off x="8001200" y="2441425"/>
                <a:ext cx="9702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600" b="1">
                    <a:latin typeface="Courier New"/>
                    <a:ea typeface="Courier New"/>
                    <a:cs typeface="Courier New"/>
                    <a:sym typeface="Courier New"/>
                  </a:rPr>
                  <a:t>MM</a:t>
                </a:r>
                <a:endParaRPr sz="1600" b="1">
                  <a:latin typeface="Courier New"/>
                  <a:ea typeface="Courier New"/>
                  <a:cs typeface="Courier New"/>
                  <a:sym typeface="Courier New"/>
                </a:endParaRPr>
              </a:p>
            </p:txBody>
          </p:sp>
          <p:sp>
            <p:nvSpPr>
              <p:cNvPr id="184" name="Google Shape;184;p20"/>
              <p:cNvSpPr txBox="1"/>
              <p:nvPr/>
            </p:nvSpPr>
            <p:spPr>
              <a:xfrm>
                <a:off x="7805450" y="4544675"/>
                <a:ext cx="13686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100" b="1" dirty="0">
                    <a:solidFill>
                      <a:srgbClr val="FF0000"/>
                    </a:solidFill>
                    <a:latin typeface="Courier New"/>
                    <a:ea typeface="Courier New"/>
                    <a:cs typeface="Courier New"/>
                    <a:sym typeface="Courier New"/>
                  </a:rPr>
                  <a:t>Address Space</a:t>
                </a:r>
                <a:endParaRPr sz="1100" b="1" dirty="0">
                  <a:solidFill>
                    <a:srgbClr val="FF0000"/>
                  </a:solidFill>
                  <a:latin typeface="Courier New"/>
                  <a:ea typeface="Courier New"/>
                  <a:cs typeface="Courier New"/>
                  <a:sym typeface="Courier New"/>
                </a:endParaRPr>
              </a:p>
            </p:txBody>
          </p:sp>
        </p:grpSp>
        <p:sp>
          <p:nvSpPr>
            <p:cNvPr id="185" name="Google Shape;185;p20"/>
            <p:cNvSpPr/>
            <p:nvPr/>
          </p:nvSpPr>
          <p:spPr>
            <a:xfrm>
              <a:off x="6930600" y="5055800"/>
              <a:ext cx="1446900" cy="468300"/>
            </a:xfrm>
            <a:prstGeom prst="rect">
              <a:avLst/>
            </a:prstGeom>
            <a:solidFill>
              <a:srgbClr val="B6D7A8"/>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b="1">
                  <a:latin typeface="Courier New"/>
                  <a:ea typeface="Courier New"/>
                  <a:cs typeface="Courier New"/>
                  <a:sym typeface="Courier New"/>
                </a:rPr>
                <a:t>I/O</a:t>
              </a:r>
              <a:endParaRPr b="1">
                <a:latin typeface="Courier New"/>
                <a:ea typeface="Courier New"/>
                <a:cs typeface="Courier New"/>
                <a:sym typeface="Courier New"/>
              </a:endParaRPr>
            </a:p>
          </p:txBody>
        </p:sp>
      </p:grpSp>
      <p:cxnSp>
        <p:nvCxnSpPr>
          <p:cNvPr id="186" name="Google Shape;186;p20"/>
          <p:cNvCxnSpPr/>
          <p:nvPr/>
        </p:nvCxnSpPr>
        <p:spPr>
          <a:xfrm>
            <a:off x="5918825" y="3486800"/>
            <a:ext cx="1401900" cy="4500"/>
          </a:xfrm>
          <a:prstGeom prst="straightConnector1">
            <a:avLst/>
          </a:prstGeom>
          <a:noFill/>
          <a:ln w="38100" cap="flat" cmpd="sng">
            <a:solidFill>
              <a:srgbClr val="0B6937"/>
            </a:solidFill>
            <a:prstDash val="solid"/>
            <a:round/>
            <a:headEnd type="none" w="med" len="med"/>
            <a:tailEnd type="triangle" w="med" len="med"/>
          </a:ln>
        </p:spPr>
      </p:cxnSp>
      <p:pic>
        <p:nvPicPr>
          <p:cNvPr id="187" name="Google Shape;187;p20"/>
          <p:cNvPicPr preferRelativeResize="0"/>
          <p:nvPr/>
        </p:nvPicPr>
        <p:blipFill>
          <a:blip r:embed="rId4">
            <a:alphaModFix/>
          </a:blip>
          <a:stretch>
            <a:fillRect/>
          </a:stretch>
        </p:blipFill>
        <p:spPr>
          <a:xfrm flipH="1">
            <a:off x="6130975" y="2704300"/>
            <a:ext cx="787000" cy="787000"/>
          </a:xfrm>
          <a:prstGeom prst="rect">
            <a:avLst/>
          </a:prstGeom>
          <a:noFill/>
          <a:ln>
            <a:noFill/>
          </a:ln>
        </p:spPr>
      </p:pic>
      <p:sp>
        <p:nvSpPr>
          <p:cNvPr id="188" name="Google Shape;188;p20"/>
          <p:cNvSpPr txBox="1"/>
          <p:nvPr/>
        </p:nvSpPr>
        <p:spPr>
          <a:xfrm>
            <a:off x="1223647" y="1658812"/>
            <a:ext cx="6097078" cy="523190"/>
          </a:xfrm>
          <a:prstGeom prst="rect">
            <a:avLst/>
          </a:prstGeom>
          <a:solidFill>
            <a:srgbClr val="FFF2CC"/>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2200" b="1" dirty="0">
                <a:latin typeface="Courier New"/>
                <a:ea typeface="Courier New"/>
                <a:cs typeface="Courier New"/>
                <a:sym typeface="Courier New"/>
              </a:rPr>
              <a:t>Proceso = </a:t>
            </a:r>
            <a:r>
              <a:rPr lang="es-ES" sz="2200" b="1" dirty="0">
                <a:solidFill>
                  <a:srgbClr val="C00000"/>
                </a:solidFill>
                <a:latin typeface="Courier New"/>
                <a:ea typeface="Courier New"/>
                <a:cs typeface="Courier New"/>
                <a:sym typeface="Courier New"/>
              </a:rPr>
              <a:t>CPU</a:t>
            </a:r>
            <a:r>
              <a:rPr lang="es-ES" sz="2200" b="1" dirty="0">
                <a:latin typeface="Courier New"/>
                <a:ea typeface="Courier New"/>
                <a:cs typeface="Courier New"/>
                <a:sym typeface="Courier New"/>
              </a:rPr>
              <a:t> + Memory + I/O Info</a:t>
            </a:r>
            <a:endParaRPr sz="2200" b="1" dirty="0">
              <a:latin typeface="Courier New"/>
              <a:ea typeface="Courier New"/>
              <a:cs typeface="Courier New"/>
              <a:sym typeface="Courier New"/>
            </a:endParaRPr>
          </a:p>
        </p:txBody>
      </p:sp>
      <p:pic>
        <p:nvPicPr>
          <p:cNvPr id="189" name="Google Shape;189;p20"/>
          <p:cNvPicPr preferRelativeResize="0"/>
          <p:nvPr/>
        </p:nvPicPr>
        <p:blipFill>
          <a:blip r:embed="rId5">
            <a:alphaModFix/>
          </a:blip>
          <a:stretch>
            <a:fillRect/>
          </a:stretch>
        </p:blipFill>
        <p:spPr>
          <a:xfrm>
            <a:off x="2421088" y="4620713"/>
            <a:ext cx="418425" cy="443625"/>
          </a:xfrm>
          <a:prstGeom prst="rect">
            <a:avLst/>
          </a:prstGeom>
          <a:noFill/>
          <a:ln>
            <a:noFill/>
          </a:ln>
        </p:spPr>
      </p:pic>
      <p:pic>
        <p:nvPicPr>
          <p:cNvPr id="190" name="Google Shape;190;p20"/>
          <p:cNvPicPr preferRelativeResize="0"/>
          <p:nvPr/>
        </p:nvPicPr>
        <p:blipFill>
          <a:blip r:embed="rId6">
            <a:alphaModFix/>
          </a:blip>
          <a:stretch>
            <a:fillRect/>
          </a:stretch>
        </p:blipFill>
        <p:spPr>
          <a:xfrm>
            <a:off x="2384350" y="3985213"/>
            <a:ext cx="509450" cy="460675"/>
          </a:xfrm>
          <a:prstGeom prst="rect">
            <a:avLst/>
          </a:prstGeom>
          <a:noFill/>
          <a:ln>
            <a:noFill/>
          </a:ln>
        </p:spPr>
      </p:pic>
      <p:pic>
        <p:nvPicPr>
          <p:cNvPr id="191" name="Google Shape;191;p20"/>
          <p:cNvPicPr preferRelativeResize="0"/>
          <p:nvPr/>
        </p:nvPicPr>
        <p:blipFill>
          <a:blip r:embed="rId7">
            <a:alphaModFix/>
          </a:blip>
          <a:stretch>
            <a:fillRect/>
          </a:stretch>
        </p:blipFill>
        <p:spPr>
          <a:xfrm>
            <a:off x="1178225" y="3995140"/>
            <a:ext cx="1134175" cy="1138660"/>
          </a:xfrm>
          <a:prstGeom prst="rect">
            <a:avLst/>
          </a:prstGeom>
          <a:noFill/>
          <a:ln>
            <a:noFill/>
          </a:ln>
        </p:spPr>
      </p:pic>
      <p:pic>
        <p:nvPicPr>
          <p:cNvPr id="192" name="Google Shape;192;p20"/>
          <p:cNvPicPr preferRelativeResize="0"/>
          <p:nvPr/>
        </p:nvPicPr>
        <p:blipFill>
          <a:blip r:embed="rId8">
            <a:alphaModFix/>
          </a:blip>
          <a:stretch>
            <a:fillRect/>
          </a:stretch>
        </p:blipFill>
        <p:spPr>
          <a:xfrm>
            <a:off x="4363559" y="3036049"/>
            <a:ext cx="1410191" cy="959100"/>
          </a:xfrm>
          <a:prstGeom prst="rect">
            <a:avLst/>
          </a:prstGeom>
          <a:noFill/>
          <a:ln>
            <a:noFill/>
          </a:ln>
        </p:spPr>
      </p:pic>
      <p:pic>
        <p:nvPicPr>
          <p:cNvPr id="193" name="Google Shape;193;p20"/>
          <p:cNvPicPr preferRelativeResize="0"/>
          <p:nvPr/>
        </p:nvPicPr>
        <p:blipFill>
          <a:blip r:embed="rId9">
            <a:alphaModFix/>
          </a:blip>
          <a:stretch>
            <a:fillRect/>
          </a:stretch>
        </p:blipFill>
        <p:spPr>
          <a:xfrm>
            <a:off x="4313862" y="5002989"/>
            <a:ext cx="1549725" cy="921712"/>
          </a:xfrm>
          <a:prstGeom prst="rect">
            <a:avLst/>
          </a:prstGeom>
          <a:noFill/>
          <a:ln>
            <a:noFill/>
          </a:ln>
        </p:spPr>
      </p:pic>
      <p:pic>
        <p:nvPicPr>
          <p:cNvPr id="194" name="Google Shape;194;p20"/>
          <p:cNvPicPr preferRelativeResize="0"/>
          <p:nvPr/>
        </p:nvPicPr>
        <p:blipFill>
          <a:blip r:embed="rId3">
            <a:alphaModFix/>
          </a:blip>
          <a:stretch>
            <a:fillRect/>
          </a:stretch>
        </p:blipFill>
        <p:spPr>
          <a:xfrm>
            <a:off x="4603532" y="5985650"/>
            <a:ext cx="970343" cy="787000"/>
          </a:xfrm>
          <a:prstGeom prst="rect">
            <a:avLst/>
          </a:prstGeom>
          <a:noFill/>
          <a:ln>
            <a:noFill/>
          </a:ln>
        </p:spPr>
      </p:pic>
      <p:cxnSp>
        <p:nvCxnSpPr>
          <p:cNvPr id="195" name="Google Shape;195;p20"/>
          <p:cNvCxnSpPr/>
          <p:nvPr/>
        </p:nvCxnSpPr>
        <p:spPr>
          <a:xfrm rot="10800000" flipH="1">
            <a:off x="3086875" y="3486800"/>
            <a:ext cx="1131600" cy="582900"/>
          </a:xfrm>
          <a:prstGeom prst="straightConnector1">
            <a:avLst/>
          </a:prstGeom>
          <a:noFill/>
          <a:ln w="38100" cap="flat" cmpd="sng">
            <a:solidFill>
              <a:schemeClr val="accent2"/>
            </a:solidFill>
            <a:prstDash val="solid"/>
            <a:round/>
            <a:headEnd type="none" w="med" len="med"/>
            <a:tailEnd type="triangle" w="med" len="med"/>
          </a:ln>
        </p:spPr>
      </p:cxnSp>
      <p:cxnSp>
        <p:nvCxnSpPr>
          <p:cNvPr id="196" name="Google Shape;196;p20"/>
          <p:cNvCxnSpPr/>
          <p:nvPr/>
        </p:nvCxnSpPr>
        <p:spPr>
          <a:xfrm>
            <a:off x="3075225" y="4862800"/>
            <a:ext cx="1002900" cy="641400"/>
          </a:xfrm>
          <a:prstGeom prst="straightConnector1">
            <a:avLst/>
          </a:prstGeom>
          <a:noFill/>
          <a:ln w="38100" cap="flat" cmpd="sng">
            <a:solidFill>
              <a:srgbClr val="ED7D31"/>
            </a:solidFill>
            <a:prstDash val="solid"/>
            <a:round/>
            <a:headEnd type="none" w="med" len="med"/>
            <a:tailEnd type="triangle" w="med" len="med"/>
          </a:ln>
        </p:spPr>
      </p:cxnSp>
      <p:pic>
        <p:nvPicPr>
          <p:cNvPr id="197" name="Google Shape;197;p20"/>
          <p:cNvPicPr preferRelativeResize="0"/>
          <p:nvPr/>
        </p:nvPicPr>
        <p:blipFill>
          <a:blip r:embed="rId10">
            <a:alphaModFix/>
          </a:blip>
          <a:stretch>
            <a:fillRect/>
          </a:stretch>
        </p:blipFill>
        <p:spPr>
          <a:xfrm>
            <a:off x="8862425" y="2962575"/>
            <a:ext cx="418399" cy="4183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1"/>
          <p:cNvSpPr txBox="1">
            <a:spLocks noGrp="1"/>
          </p:cNvSpPr>
          <p:nvPr>
            <p:ph type="title"/>
          </p:nvPr>
        </p:nvSpPr>
        <p:spPr>
          <a:xfrm>
            <a:off x="427703" y="217584"/>
            <a:ext cx="10926097" cy="853212"/>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Virtualización de CPU</a:t>
            </a:r>
            <a:endParaRPr dirty="0"/>
          </a:p>
        </p:txBody>
      </p:sp>
      <p:sp>
        <p:nvSpPr>
          <p:cNvPr id="203" name="Google Shape;203;p21"/>
          <p:cNvSpPr txBox="1">
            <a:spLocks noGrp="1"/>
          </p:cNvSpPr>
          <p:nvPr>
            <p:ph idx="1"/>
          </p:nvPr>
        </p:nvSpPr>
        <p:spPr>
          <a:xfrm>
            <a:off x="486683" y="1032648"/>
            <a:ext cx="11155497" cy="572256"/>
          </a:xfrm>
          <a:prstGeom prst="rect">
            <a:avLst/>
          </a:prstGeom>
        </p:spPr>
        <p:txBody>
          <a:bodyPr spcFirstLastPara="1" wrap="square" lIns="91425" tIns="45700" rIns="91425" bIns="45700" anchor="t" anchorCtr="0">
            <a:noAutofit/>
          </a:bodyPr>
          <a:lstStyle/>
          <a:p>
            <a:pPr marL="76200" lvl="0" indent="0" algn="l" rtl="0">
              <a:lnSpc>
                <a:spcPct val="100000"/>
              </a:lnSpc>
              <a:spcBef>
                <a:spcPts val="480"/>
              </a:spcBef>
              <a:spcAft>
                <a:spcPts val="0"/>
              </a:spcAft>
              <a:buSzPts val="2400"/>
              <a:buNone/>
            </a:pPr>
            <a:r>
              <a:rPr lang="es-ES" sz="2400" dirty="0"/>
              <a:t>Cada proceso cree que </a:t>
            </a:r>
            <a:r>
              <a:rPr lang="es-ES" sz="2400" b="1" dirty="0">
                <a:solidFill>
                  <a:srgbClr val="FF0000"/>
                </a:solidFill>
              </a:rPr>
              <a:t>tiene su propia CPU</a:t>
            </a:r>
            <a:r>
              <a:rPr lang="es-ES" sz="2400" dirty="0"/>
              <a:t>.</a:t>
            </a:r>
            <a:endParaRPr sz="2400" dirty="0"/>
          </a:p>
          <a:p>
            <a:pPr marL="0" lvl="0" indent="0" algn="l" rtl="0">
              <a:spcBef>
                <a:spcPts val="1000"/>
              </a:spcBef>
              <a:spcAft>
                <a:spcPts val="0"/>
              </a:spcAft>
              <a:buNone/>
            </a:pPr>
            <a:endParaRPr sz="2200" dirty="0"/>
          </a:p>
          <a:p>
            <a:pPr marL="0" lvl="0" indent="0" algn="l" rtl="0">
              <a:spcBef>
                <a:spcPts val="1000"/>
              </a:spcBef>
              <a:spcAft>
                <a:spcPts val="0"/>
              </a:spcAft>
              <a:buNone/>
            </a:pPr>
            <a:endParaRPr dirty="0"/>
          </a:p>
        </p:txBody>
      </p:sp>
      <p:grpSp>
        <p:nvGrpSpPr>
          <p:cNvPr id="204" name="Google Shape;204;p21"/>
          <p:cNvGrpSpPr/>
          <p:nvPr/>
        </p:nvGrpSpPr>
        <p:grpSpPr>
          <a:xfrm>
            <a:off x="5754350" y="4603163"/>
            <a:ext cx="1418250" cy="2104675"/>
            <a:chOff x="6111850" y="2642175"/>
            <a:chExt cx="1418250" cy="2104675"/>
          </a:xfrm>
        </p:grpSpPr>
        <p:sp>
          <p:nvSpPr>
            <p:cNvPr id="205" name="Google Shape;205;p21"/>
            <p:cNvSpPr txBox="1"/>
            <p:nvPr/>
          </p:nvSpPr>
          <p:spPr>
            <a:xfrm>
              <a:off x="6295300" y="2642175"/>
              <a:ext cx="9702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600" b="1">
                  <a:latin typeface="Courier New"/>
                  <a:ea typeface="Courier New"/>
                  <a:cs typeface="Courier New"/>
                  <a:sym typeface="Courier New"/>
                </a:rPr>
                <a:t>CPU</a:t>
              </a:r>
              <a:endParaRPr sz="1600" b="1">
                <a:latin typeface="Courier New"/>
                <a:ea typeface="Courier New"/>
                <a:cs typeface="Courier New"/>
                <a:sym typeface="Courier New"/>
              </a:endParaRPr>
            </a:p>
          </p:txBody>
        </p:sp>
        <p:grpSp>
          <p:nvGrpSpPr>
            <p:cNvPr id="206" name="Google Shape;206;p21"/>
            <p:cNvGrpSpPr/>
            <p:nvPr/>
          </p:nvGrpSpPr>
          <p:grpSpPr>
            <a:xfrm>
              <a:off x="6111850" y="3073263"/>
              <a:ext cx="1387950" cy="1401900"/>
              <a:chOff x="6111850" y="3073263"/>
              <a:chExt cx="1387950" cy="1401900"/>
            </a:xfrm>
          </p:grpSpPr>
          <p:sp>
            <p:nvSpPr>
              <p:cNvPr id="207" name="Google Shape;207;p21"/>
              <p:cNvSpPr/>
              <p:nvPr/>
            </p:nvSpPr>
            <p:spPr>
              <a:xfrm>
                <a:off x="6161500" y="3073263"/>
                <a:ext cx="1338300" cy="1401900"/>
              </a:xfrm>
              <a:prstGeom prst="rect">
                <a:avLst/>
              </a:prstGeom>
              <a:solidFill>
                <a:srgbClr val="FFE599"/>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8" name="Google Shape;208;p21"/>
              <p:cNvGrpSpPr/>
              <p:nvPr/>
            </p:nvGrpSpPr>
            <p:grpSpPr>
              <a:xfrm>
                <a:off x="6111850" y="3096950"/>
                <a:ext cx="1198275" cy="461635"/>
                <a:chOff x="6111850" y="3096950"/>
                <a:chExt cx="1198275" cy="461635"/>
              </a:xfrm>
            </p:grpSpPr>
            <p:sp>
              <p:nvSpPr>
                <p:cNvPr id="209" name="Google Shape;209;p21"/>
                <p:cNvSpPr/>
                <p:nvPr/>
              </p:nvSpPr>
              <p:spPr>
                <a:xfrm>
                  <a:off x="6618625" y="3212150"/>
                  <a:ext cx="691500" cy="200400"/>
                </a:xfrm>
                <a:prstGeom prst="rect">
                  <a:avLst/>
                </a:prstGeom>
                <a:solidFill>
                  <a:srgbClr val="EA9999"/>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1"/>
                <p:cNvSpPr txBox="1"/>
                <p:nvPr/>
              </p:nvSpPr>
              <p:spPr>
                <a:xfrm>
                  <a:off x="6111850" y="3096950"/>
                  <a:ext cx="529200"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b="1" dirty="0">
                      <a:latin typeface="Courier New"/>
                      <a:ea typeface="Courier New"/>
                      <a:cs typeface="Courier New"/>
                      <a:sym typeface="Courier New"/>
                    </a:rPr>
                    <a:t>PC</a:t>
                  </a:r>
                  <a:endParaRPr b="1" dirty="0">
                    <a:latin typeface="Courier New"/>
                    <a:ea typeface="Courier New"/>
                    <a:cs typeface="Courier New"/>
                    <a:sym typeface="Courier New"/>
                  </a:endParaRPr>
                </a:p>
              </p:txBody>
            </p:sp>
          </p:grpSp>
          <p:grpSp>
            <p:nvGrpSpPr>
              <p:cNvPr id="211" name="Google Shape;211;p21"/>
              <p:cNvGrpSpPr/>
              <p:nvPr/>
            </p:nvGrpSpPr>
            <p:grpSpPr>
              <a:xfrm>
                <a:off x="6161500" y="3412550"/>
                <a:ext cx="1148625" cy="461635"/>
                <a:chOff x="6161500" y="3412550"/>
                <a:chExt cx="1148625" cy="461635"/>
              </a:xfrm>
            </p:grpSpPr>
            <p:sp>
              <p:nvSpPr>
                <p:cNvPr id="212" name="Google Shape;212;p21"/>
                <p:cNvSpPr txBox="1"/>
                <p:nvPr/>
              </p:nvSpPr>
              <p:spPr>
                <a:xfrm>
                  <a:off x="6161500" y="3412550"/>
                  <a:ext cx="479550"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b="1" dirty="0">
                      <a:latin typeface="Courier New"/>
                      <a:ea typeface="Courier New"/>
                      <a:cs typeface="Courier New"/>
                      <a:sym typeface="Courier New"/>
                    </a:rPr>
                    <a:t>SP</a:t>
                  </a:r>
                  <a:endParaRPr b="1" dirty="0">
                    <a:latin typeface="Courier New"/>
                    <a:ea typeface="Courier New"/>
                    <a:cs typeface="Courier New"/>
                    <a:sym typeface="Courier New"/>
                  </a:endParaRPr>
                </a:p>
              </p:txBody>
            </p:sp>
            <p:sp>
              <p:nvSpPr>
                <p:cNvPr id="213" name="Google Shape;213;p21"/>
                <p:cNvSpPr/>
                <p:nvPr/>
              </p:nvSpPr>
              <p:spPr>
                <a:xfrm>
                  <a:off x="6618625" y="3520825"/>
                  <a:ext cx="691500" cy="200400"/>
                </a:xfrm>
                <a:prstGeom prst="rect">
                  <a:avLst/>
                </a:prstGeom>
                <a:solidFill>
                  <a:srgbClr val="EA9999"/>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4" name="Google Shape;214;p21"/>
              <p:cNvSpPr txBox="1"/>
              <p:nvPr/>
            </p:nvSpPr>
            <p:spPr>
              <a:xfrm>
                <a:off x="6566050" y="3744900"/>
                <a:ext cx="529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b="1">
                    <a:latin typeface="Courier New"/>
                    <a:ea typeface="Courier New"/>
                    <a:cs typeface="Courier New"/>
                    <a:sym typeface="Courier New"/>
                  </a:rPr>
                  <a:t>...</a:t>
                </a:r>
                <a:endParaRPr b="1">
                  <a:latin typeface="Courier New"/>
                  <a:ea typeface="Courier New"/>
                  <a:cs typeface="Courier New"/>
                  <a:sym typeface="Courier New"/>
                </a:endParaRPr>
              </a:p>
            </p:txBody>
          </p:sp>
        </p:grpSp>
        <p:sp>
          <p:nvSpPr>
            <p:cNvPr id="215" name="Google Shape;215;p21"/>
            <p:cNvSpPr txBox="1"/>
            <p:nvPr/>
          </p:nvSpPr>
          <p:spPr>
            <a:xfrm>
              <a:off x="6161500" y="4392850"/>
              <a:ext cx="13686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100" b="1">
                  <a:solidFill>
                    <a:srgbClr val="FF0000"/>
                  </a:solidFill>
                  <a:latin typeface="Courier New"/>
                  <a:ea typeface="Courier New"/>
                  <a:cs typeface="Courier New"/>
                  <a:sym typeface="Courier New"/>
                </a:rPr>
                <a:t>Registros</a:t>
              </a:r>
              <a:endParaRPr sz="1100" b="1">
                <a:solidFill>
                  <a:srgbClr val="FF0000"/>
                </a:solidFill>
                <a:latin typeface="Courier New"/>
                <a:ea typeface="Courier New"/>
                <a:cs typeface="Courier New"/>
                <a:sym typeface="Courier New"/>
              </a:endParaRPr>
            </a:p>
          </p:txBody>
        </p:sp>
      </p:grpSp>
      <p:pic>
        <p:nvPicPr>
          <p:cNvPr id="216" name="Google Shape;216;p21"/>
          <p:cNvPicPr preferRelativeResize="0"/>
          <p:nvPr/>
        </p:nvPicPr>
        <p:blipFill>
          <a:blip r:embed="rId3">
            <a:alphaModFix/>
          </a:blip>
          <a:stretch>
            <a:fillRect/>
          </a:stretch>
        </p:blipFill>
        <p:spPr>
          <a:xfrm>
            <a:off x="4386688" y="5204800"/>
            <a:ext cx="1066800" cy="1066800"/>
          </a:xfrm>
          <a:prstGeom prst="rect">
            <a:avLst/>
          </a:prstGeom>
          <a:noFill/>
          <a:ln>
            <a:noFill/>
          </a:ln>
        </p:spPr>
      </p:pic>
      <p:pic>
        <p:nvPicPr>
          <p:cNvPr id="217" name="Google Shape;217;p21"/>
          <p:cNvPicPr preferRelativeResize="0"/>
          <p:nvPr/>
        </p:nvPicPr>
        <p:blipFill>
          <a:blip r:embed="rId4">
            <a:alphaModFix/>
          </a:blip>
          <a:stretch>
            <a:fillRect/>
          </a:stretch>
        </p:blipFill>
        <p:spPr>
          <a:xfrm>
            <a:off x="2393282" y="2479888"/>
            <a:ext cx="970344" cy="787000"/>
          </a:xfrm>
          <a:prstGeom prst="rect">
            <a:avLst/>
          </a:prstGeom>
          <a:noFill/>
          <a:ln>
            <a:noFill/>
          </a:ln>
        </p:spPr>
      </p:pic>
      <p:pic>
        <p:nvPicPr>
          <p:cNvPr id="218" name="Google Shape;218;p21"/>
          <p:cNvPicPr preferRelativeResize="0"/>
          <p:nvPr/>
        </p:nvPicPr>
        <p:blipFill>
          <a:blip r:embed="rId4">
            <a:alphaModFix/>
          </a:blip>
          <a:stretch>
            <a:fillRect/>
          </a:stretch>
        </p:blipFill>
        <p:spPr>
          <a:xfrm>
            <a:off x="6064432" y="2557200"/>
            <a:ext cx="970344" cy="787000"/>
          </a:xfrm>
          <a:prstGeom prst="rect">
            <a:avLst/>
          </a:prstGeom>
          <a:noFill/>
          <a:ln>
            <a:noFill/>
          </a:ln>
        </p:spPr>
      </p:pic>
      <p:pic>
        <p:nvPicPr>
          <p:cNvPr id="219" name="Google Shape;219;p21"/>
          <p:cNvPicPr preferRelativeResize="0"/>
          <p:nvPr/>
        </p:nvPicPr>
        <p:blipFill>
          <a:blip r:embed="rId5">
            <a:alphaModFix/>
          </a:blip>
          <a:stretch>
            <a:fillRect/>
          </a:stretch>
        </p:blipFill>
        <p:spPr>
          <a:xfrm>
            <a:off x="2798888" y="3777400"/>
            <a:ext cx="418425" cy="443625"/>
          </a:xfrm>
          <a:prstGeom prst="rect">
            <a:avLst/>
          </a:prstGeom>
          <a:noFill/>
          <a:ln>
            <a:noFill/>
          </a:ln>
        </p:spPr>
      </p:pic>
      <p:pic>
        <p:nvPicPr>
          <p:cNvPr id="220" name="Google Shape;220;p21"/>
          <p:cNvPicPr preferRelativeResize="0"/>
          <p:nvPr/>
        </p:nvPicPr>
        <p:blipFill>
          <a:blip r:embed="rId6">
            <a:alphaModFix/>
          </a:blip>
          <a:stretch>
            <a:fillRect/>
          </a:stretch>
        </p:blipFill>
        <p:spPr>
          <a:xfrm>
            <a:off x="6355425" y="3784838"/>
            <a:ext cx="509450" cy="460675"/>
          </a:xfrm>
          <a:prstGeom prst="rect">
            <a:avLst/>
          </a:prstGeom>
          <a:noFill/>
          <a:ln>
            <a:noFill/>
          </a:ln>
        </p:spPr>
      </p:pic>
      <p:cxnSp>
        <p:nvCxnSpPr>
          <p:cNvPr id="221" name="Google Shape;221;p21"/>
          <p:cNvCxnSpPr>
            <a:cxnSpLocks/>
          </p:cNvCxnSpPr>
          <p:nvPr/>
        </p:nvCxnSpPr>
        <p:spPr>
          <a:xfrm>
            <a:off x="486683" y="4440357"/>
            <a:ext cx="11137592" cy="0"/>
          </a:xfrm>
          <a:prstGeom prst="straightConnector1">
            <a:avLst/>
          </a:prstGeom>
          <a:noFill/>
          <a:ln w="38100" cap="flat" cmpd="sng">
            <a:solidFill>
              <a:srgbClr val="FF9900"/>
            </a:solidFill>
            <a:prstDash val="solid"/>
            <a:round/>
            <a:headEnd type="none" w="med" len="med"/>
            <a:tailEnd type="none" w="med" len="med"/>
          </a:ln>
        </p:spPr>
      </p:cxnSp>
      <p:sp>
        <p:nvSpPr>
          <p:cNvPr id="222" name="Google Shape;222;p21"/>
          <p:cNvSpPr txBox="1"/>
          <p:nvPr/>
        </p:nvSpPr>
        <p:spPr>
          <a:xfrm>
            <a:off x="9120375" y="5350388"/>
            <a:ext cx="2270700" cy="610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ES" sz="2800" b="1">
                <a:solidFill>
                  <a:srgbClr val="FF9900"/>
                </a:solidFill>
              </a:rPr>
              <a:t>Recurso</a:t>
            </a:r>
            <a:endParaRPr sz="2800" b="1">
              <a:solidFill>
                <a:srgbClr val="FF9900"/>
              </a:solidFill>
            </a:endParaRPr>
          </a:p>
        </p:txBody>
      </p:sp>
      <p:sp>
        <p:nvSpPr>
          <p:cNvPr id="223" name="Google Shape;223;p21"/>
          <p:cNvSpPr txBox="1"/>
          <p:nvPr/>
        </p:nvSpPr>
        <p:spPr>
          <a:xfrm>
            <a:off x="9535925" y="3083775"/>
            <a:ext cx="1577700" cy="55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2800" b="1">
                <a:solidFill>
                  <a:srgbClr val="FF9900"/>
                </a:solidFill>
              </a:rPr>
              <a:t>Ilusión</a:t>
            </a:r>
            <a:endParaRPr sz="2800" b="1">
              <a:solidFill>
                <a:srgbClr val="FF9900"/>
              </a:solidFill>
            </a:endParaRPr>
          </a:p>
        </p:txBody>
      </p:sp>
      <p:sp>
        <p:nvSpPr>
          <p:cNvPr id="224" name="Google Shape;224;p21"/>
          <p:cNvSpPr txBox="1"/>
          <p:nvPr/>
        </p:nvSpPr>
        <p:spPr>
          <a:xfrm>
            <a:off x="3416500" y="1894075"/>
            <a:ext cx="9702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600" b="1">
                <a:latin typeface="Courier New"/>
                <a:ea typeface="Courier New"/>
                <a:cs typeface="Courier New"/>
                <a:sym typeface="Courier New"/>
              </a:rPr>
              <a:t>CPU</a:t>
            </a:r>
            <a:endParaRPr sz="1600" b="1">
              <a:latin typeface="Courier New"/>
              <a:ea typeface="Courier New"/>
              <a:cs typeface="Courier New"/>
              <a:sym typeface="Courier New"/>
            </a:endParaRPr>
          </a:p>
        </p:txBody>
      </p:sp>
      <p:grpSp>
        <p:nvGrpSpPr>
          <p:cNvPr id="225" name="Google Shape;225;p21"/>
          <p:cNvGrpSpPr/>
          <p:nvPr/>
        </p:nvGrpSpPr>
        <p:grpSpPr>
          <a:xfrm>
            <a:off x="3300190" y="2364163"/>
            <a:ext cx="1139385" cy="972626"/>
            <a:chOff x="6150115" y="3047237"/>
            <a:chExt cx="1139385" cy="1092838"/>
          </a:xfrm>
        </p:grpSpPr>
        <p:sp>
          <p:nvSpPr>
            <p:cNvPr id="226" name="Google Shape;226;p21"/>
            <p:cNvSpPr/>
            <p:nvPr/>
          </p:nvSpPr>
          <p:spPr>
            <a:xfrm>
              <a:off x="6222700" y="3073275"/>
              <a:ext cx="1066800" cy="1066800"/>
            </a:xfrm>
            <a:prstGeom prst="rect">
              <a:avLst/>
            </a:prstGeom>
            <a:solidFill>
              <a:srgbClr val="FFE599"/>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7" name="Google Shape;227;p21"/>
            <p:cNvGrpSpPr/>
            <p:nvPr/>
          </p:nvGrpSpPr>
          <p:grpSpPr>
            <a:xfrm>
              <a:off x="6156094" y="3047237"/>
              <a:ext cx="890031" cy="518691"/>
              <a:chOff x="6156094" y="3047237"/>
              <a:chExt cx="890031" cy="518691"/>
            </a:xfrm>
          </p:grpSpPr>
          <p:sp>
            <p:nvSpPr>
              <p:cNvPr id="228" name="Google Shape;228;p21"/>
              <p:cNvSpPr/>
              <p:nvPr/>
            </p:nvSpPr>
            <p:spPr>
              <a:xfrm>
                <a:off x="6618625" y="3212150"/>
                <a:ext cx="427500" cy="200400"/>
              </a:xfrm>
              <a:prstGeom prst="rect">
                <a:avLst/>
              </a:prstGeom>
              <a:solidFill>
                <a:srgbClr val="93C47D"/>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1"/>
              <p:cNvSpPr txBox="1"/>
              <p:nvPr/>
            </p:nvSpPr>
            <p:spPr>
              <a:xfrm>
                <a:off x="6156094" y="3047237"/>
                <a:ext cx="529200" cy="518691"/>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b="1" dirty="0">
                    <a:latin typeface="Courier New"/>
                    <a:ea typeface="Courier New"/>
                    <a:cs typeface="Courier New"/>
                    <a:sym typeface="Courier New"/>
                  </a:rPr>
                  <a:t>PC</a:t>
                </a:r>
                <a:endParaRPr b="1" dirty="0">
                  <a:latin typeface="Courier New"/>
                  <a:ea typeface="Courier New"/>
                  <a:cs typeface="Courier New"/>
                  <a:sym typeface="Courier New"/>
                </a:endParaRPr>
              </a:p>
            </p:txBody>
          </p:sp>
        </p:grpSp>
        <p:grpSp>
          <p:nvGrpSpPr>
            <p:cNvPr id="230" name="Google Shape;230;p21"/>
            <p:cNvGrpSpPr/>
            <p:nvPr/>
          </p:nvGrpSpPr>
          <p:grpSpPr>
            <a:xfrm>
              <a:off x="6150115" y="3362837"/>
              <a:ext cx="887010" cy="518691"/>
              <a:chOff x="6150115" y="3362837"/>
              <a:chExt cx="887010" cy="518691"/>
            </a:xfrm>
          </p:grpSpPr>
          <p:sp>
            <p:nvSpPr>
              <p:cNvPr id="231" name="Google Shape;231;p21"/>
              <p:cNvSpPr txBox="1"/>
              <p:nvPr/>
            </p:nvSpPr>
            <p:spPr>
              <a:xfrm>
                <a:off x="6150115" y="3362837"/>
                <a:ext cx="564675" cy="518691"/>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b="1" dirty="0">
                    <a:latin typeface="Courier New"/>
                    <a:ea typeface="Courier New"/>
                    <a:cs typeface="Courier New"/>
                    <a:sym typeface="Courier New"/>
                  </a:rPr>
                  <a:t>SP</a:t>
                </a:r>
                <a:endParaRPr b="1" dirty="0">
                  <a:latin typeface="Courier New"/>
                  <a:ea typeface="Courier New"/>
                  <a:cs typeface="Courier New"/>
                  <a:sym typeface="Courier New"/>
                </a:endParaRPr>
              </a:p>
            </p:txBody>
          </p:sp>
          <p:sp>
            <p:nvSpPr>
              <p:cNvPr id="232" name="Google Shape;232;p21"/>
              <p:cNvSpPr/>
              <p:nvPr/>
            </p:nvSpPr>
            <p:spPr>
              <a:xfrm>
                <a:off x="6618625" y="3520825"/>
                <a:ext cx="418500" cy="200400"/>
              </a:xfrm>
              <a:prstGeom prst="rect">
                <a:avLst/>
              </a:prstGeom>
              <a:solidFill>
                <a:srgbClr val="93C47D"/>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3" name="Google Shape;233;p21"/>
            <p:cNvSpPr txBox="1"/>
            <p:nvPr/>
          </p:nvSpPr>
          <p:spPr>
            <a:xfrm>
              <a:off x="6486925" y="3625675"/>
              <a:ext cx="529200" cy="449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b="1">
                  <a:latin typeface="Courier New"/>
                  <a:ea typeface="Courier New"/>
                  <a:cs typeface="Courier New"/>
                  <a:sym typeface="Courier New"/>
                </a:rPr>
                <a:t>...</a:t>
              </a:r>
              <a:endParaRPr b="1">
                <a:latin typeface="Courier New"/>
                <a:ea typeface="Courier New"/>
                <a:cs typeface="Courier New"/>
                <a:sym typeface="Courier New"/>
              </a:endParaRPr>
            </a:p>
          </p:txBody>
        </p:sp>
      </p:grpSp>
      <p:sp>
        <p:nvSpPr>
          <p:cNvPr id="234" name="Google Shape;234;p21"/>
          <p:cNvSpPr txBox="1"/>
          <p:nvPr/>
        </p:nvSpPr>
        <p:spPr>
          <a:xfrm>
            <a:off x="3217300" y="3336800"/>
            <a:ext cx="13686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100" b="1">
                <a:solidFill>
                  <a:srgbClr val="FF0000"/>
                </a:solidFill>
                <a:latin typeface="Courier New"/>
                <a:ea typeface="Courier New"/>
                <a:cs typeface="Courier New"/>
                <a:sym typeface="Courier New"/>
              </a:rPr>
              <a:t>Registros</a:t>
            </a:r>
            <a:endParaRPr sz="1100" b="1">
              <a:solidFill>
                <a:srgbClr val="FF0000"/>
              </a:solidFill>
              <a:latin typeface="Courier New"/>
              <a:ea typeface="Courier New"/>
              <a:cs typeface="Courier New"/>
              <a:sym typeface="Courier New"/>
            </a:endParaRPr>
          </a:p>
        </p:txBody>
      </p:sp>
      <p:sp>
        <p:nvSpPr>
          <p:cNvPr id="235" name="Google Shape;235;p21"/>
          <p:cNvSpPr txBox="1"/>
          <p:nvPr/>
        </p:nvSpPr>
        <p:spPr>
          <a:xfrm>
            <a:off x="3416500" y="3760713"/>
            <a:ext cx="970200" cy="477000"/>
          </a:xfrm>
          <a:prstGeom prst="rect">
            <a:avLst/>
          </a:prstGeom>
          <a:solidFill>
            <a:srgbClr val="B6D7A8"/>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900" b="1">
                <a:latin typeface="Courier New"/>
                <a:ea typeface="Courier New"/>
                <a:cs typeface="Courier New"/>
                <a:sym typeface="Courier New"/>
              </a:rPr>
              <a:t>P0</a:t>
            </a:r>
            <a:endParaRPr sz="1900" b="1">
              <a:latin typeface="Courier New"/>
              <a:ea typeface="Courier New"/>
              <a:cs typeface="Courier New"/>
              <a:sym typeface="Courier New"/>
            </a:endParaRPr>
          </a:p>
        </p:txBody>
      </p:sp>
      <p:sp>
        <p:nvSpPr>
          <p:cNvPr id="236" name="Google Shape;236;p21"/>
          <p:cNvSpPr txBox="1"/>
          <p:nvPr/>
        </p:nvSpPr>
        <p:spPr>
          <a:xfrm>
            <a:off x="7034775" y="3776675"/>
            <a:ext cx="970200" cy="477000"/>
          </a:xfrm>
          <a:prstGeom prst="rect">
            <a:avLst/>
          </a:prstGeom>
          <a:solidFill>
            <a:srgbClr val="A4C2F4"/>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900" b="1">
                <a:latin typeface="Courier New"/>
                <a:ea typeface="Courier New"/>
                <a:cs typeface="Courier New"/>
                <a:sym typeface="Courier New"/>
              </a:rPr>
              <a:t>P1</a:t>
            </a:r>
            <a:endParaRPr sz="1900" b="1">
              <a:latin typeface="Courier New"/>
              <a:ea typeface="Courier New"/>
              <a:cs typeface="Courier New"/>
              <a:sym typeface="Courier New"/>
            </a:endParaRPr>
          </a:p>
        </p:txBody>
      </p:sp>
      <p:sp>
        <p:nvSpPr>
          <p:cNvPr id="237" name="Google Shape;237;p21"/>
          <p:cNvSpPr txBox="1"/>
          <p:nvPr/>
        </p:nvSpPr>
        <p:spPr>
          <a:xfrm>
            <a:off x="7294525" y="1925988"/>
            <a:ext cx="9702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600" b="1">
                <a:latin typeface="Courier New"/>
                <a:ea typeface="Courier New"/>
                <a:cs typeface="Courier New"/>
                <a:sym typeface="Courier New"/>
              </a:rPr>
              <a:t>CPU</a:t>
            </a:r>
            <a:endParaRPr sz="1600" b="1">
              <a:latin typeface="Courier New"/>
              <a:ea typeface="Courier New"/>
              <a:cs typeface="Courier New"/>
              <a:sym typeface="Courier New"/>
            </a:endParaRPr>
          </a:p>
        </p:txBody>
      </p:sp>
      <p:grpSp>
        <p:nvGrpSpPr>
          <p:cNvPr id="238" name="Google Shape;238;p21"/>
          <p:cNvGrpSpPr/>
          <p:nvPr/>
        </p:nvGrpSpPr>
        <p:grpSpPr>
          <a:xfrm>
            <a:off x="7177943" y="2410824"/>
            <a:ext cx="1139657" cy="957878"/>
            <a:chOff x="6149843" y="3063808"/>
            <a:chExt cx="1139657" cy="1076267"/>
          </a:xfrm>
        </p:grpSpPr>
        <p:sp>
          <p:nvSpPr>
            <p:cNvPr id="239" name="Google Shape;239;p21"/>
            <p:cNvSpPr/>
            <p:nvPr/>
          </p:nvSpPr>
          <p:spPr>
            <a:xfrm>
              <a:off x="6222700" y="3073275"/>
              <a:ext cx="1066800" cy="1066800"/>
            </a:xfrm>
            <a:prstGeom prst="rect">
              <a:avLst/>
            </a:prstGeom>
            <a:solidFill>
              <a:srgbClr val="FFE599"/>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0" name="Google Shape;240;p21"/>
            <p:cNvGrpSpPr/>
            <p:nvPr/>
          </p:nvGrpSpPr>
          <p:grpSpPr>
            <a:xfrm>
              <a:off x="6156094" y="3063808"/>
              <a:ext cx="890031" cy="518691"/>
              <a:chOff x="6156094" y="3063808"/>
              <a:chExt cx="890031" cy="518691"/>
            </a:xfrm>
          </p:grpSpPr>
          <p:sp>
            <p:nvSpPr>
              <p:cNvPr id="241" name="Google Shape;241;p21"/>
              <p:cNvSpPr/>
              <p:nvPr/>
            </p:nvSpPr>
            <p:spPr>
              <a:xfrm>
                <a:off x="6618625" y="3212150"/>
                <a:ext cx="427500" cy="200400"/>
              </a:xfrm>
              <a:prstGeom prst="rect">
                <a:avLst/>
              </a:prstGeom>
              <a:solidFill>
                <a:srgbClr val="A4C2F4"/>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1"/>
              <p:cNvSpPr txBox="1"/>
              <p:nvPr/>
            </p:nvSpPr>
            <p:spPr>
              <a:xfrm>
                <a:off x="6156094" y="3063808"/>
                <a:ext cx="529200" cy="518691"/>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b="1" dirty="0">
                    <a:latin typeface="Courier New"/>
                    <a:ea typeface="Courier New"/>
                    <a:cs typeface="Courier New"/>
                    <a:sym typeface="Courier New"/>
                  </a:rPr>
                  <a:t>PC</a:t>
                </a:r>
                <a:endParaRPr b="1" dirty="0">
                  <a:latin typeface="Courier New"/>
                  <a:ea typeface="Courier New"/>
                  <a:cs typeface="Courier New"/>
                  <a:sym typeface="Courier New"/>
                </a:endParaRPr>
              </a:p>
            </p:txBody>
          </p:sp>
        </p:grpSp>
        <p:grpSp>
          <p:nvGrpSpPr>
            <p:cNvPr id="243" name="Google Shape;243;p21"/>
            <p:cNvGrpSpPr/>
            <p:nvPr/>
          </p:nvGrpSpPr>
          <p:grpSpPr>
            <a:xfrm>
              <a:off x="6149843" y="3362837"/>
              <a:ext cx="887282" cy="518691"/>
              <a:chOff x="6149843" y="3362837"/>
              <a:chExt cx="887282" cy="518691"/>
            </a:xfrm>
          </p:grpSpPr>
          <p:sp>
            <p:nvSpPr>
              <p:cNvPr id="244" name="Google Shape;244;p21"/>
              <p:cNvSpPr txBox="1"/>
              <p:nvPr/>
            </p:nvSpPr>
            <p:spPr>
              <a:xfrm>
                <a:off x="6149843" y="3362837"/>
                <a:ext cx="550200" cy="518691"/>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b="1" dirty="0">
                    <a:latin typeface="Courier New"/>
                    <a:ea typeface="Courier New"/>
                    <a:cs typeface="Courier New"/>
                    <a:sym typeface="Courier New"/>
                  </a:rPr>
                  <a:t>SP</a:t>
                </a:r>
                <a:endParaRPr b="1" dirty="0">
                  <a:latin typeface="Courier New"/>
                  <a:ea typeface="Courier New"/>
                  <a:cs typeface="Courier New"/>
                  <a:sym typeface="Courier New"/>
                </a:endParaRPr>
              </a:p>
            </p:txBody>
          </p:sp>
          <p:sp>
            <p:nvSpPr>
              <p:cNvPr id="245" name="Google Shape;245;p21"/>
              <p:cNvSpPr/>
              <p:nvPr/>
            </p:nvSpPr>
            <p:spPr>
              <a:xfrm>
                <a:off x="6618625" y="3520825"/>
                <a:ext cx="418500" cy="200400"/>
              </a:xfrm>
              <a:prstGeom prst="rect">
                <a:avLst/>
              </a:prstGeom>
              <a:solidFill>
                <a:srgbClr val="A4C2F4"/>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6" name="Google Shape;246;p21"/>
            <p:cNvSpPr txBox="1"/>
            <p:nvPr/>
          </p:nvSpPr>
          <p:spPr>
            <a:xfrm>
              <a:off x="6486925" y="3625675"/>
              <a:ext cx="529200" cy="449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b="1">
                  <a:latin typeface="Courier New"/>
                  <a:ea typeface="Courier New"/>
                  <a:cs typeface="Courier New"/>
                  <a:sym typeface="Courier New"/>
                </a:rPr>
                <a:t>...</a:t>
              </a:r>
              <a:endParaRPr b="1">
                <a:latin typeface="Courier New"/>
                <a:ea typeface="Courier New"/>
                <a:cs typeface="Courier New"/>
                <a:sym typeface="Courier New"/>
              </a:endParaRPr>
            </a:p>
          </p:txBody>
        </p:sp>
      </p:grpSp>
      <p:sp>
        <p:nvSpPr>
          <p:cNvPr id="247" name="Google Shape;247;p21"/>
          <p:cNvSpPr txBox="1"/>
          <p:nvPr/>
        </p:nvSpPr>
        <p:spPr>
          <a:xfrm>
            <a:off x="7095325" y="3368713"/>
            <a:ext cx="13686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100" b="1">
                <a:solidFill>
                  <a:srgbClr val="FF0000"/>
                </a:solidFill>
                <a:latin typeface="Courier New"/>
                <a:ea typeface="Courier New"/>
                <a:cs typeface="Courier New"/>
                <a:sym typeface="Courier New"/>
              </a:rPr>
              <a:t>Registros</a:t>
            </a:r>
            <a:endParaRPr sz="1100" b="1">
              <a:solidFill>
                <a:srgbClr val="FF0000"/>
              </a:solidFill>
              <a:latin typeface="Courier New"/>
              <a:ea typeface="Courier New"/>
              <a:cs typeface="Courier New"/>
              <a:sym typeface="Courier New"/>
            </a:endParaRPr>
          </a:p>
        </p:txBody>
      </p:sp>
      <p:pic>
        <p:nvPicPr>
          <p:cNvPr id="48" name="Imagen 47">
            <a:extLst>
              <a:ext uri="{FF2B5EF4-FFF2-40B4-BE49-F238E27FC236}">
                <a16:creationId xmlns:a16="http://schemas.microsoft.com/office/drawing/2014/main" id="{784EC13F-593F-4057-8FA4-5B769F0A6E96}"/>
              </a:ext>
            </a:extLst>
          </p:cNvPr>
          <p:cNvPicPr>
            <a:picLocks noChangeAspect="1"/>
          </p:cNvPicPr>
          <p:nvPr/>
        </p:nvPicPr>
        <p:blipFill>
          <a:blip r:embed="rId7"/>
          <a:stretch>
            <a:fillRect/>
          </a:stretch>
        </p:blipFill>
        <p:spPr>
          <a:xfrm>
            <a:off x="518038" y="2605062"/>
            <a:ext cx="1120674" cy="644252"/>
          </a:xfrm>
          <a:prstGeom prst="rect">
            <a:avLst/>
          </a:prstGeom>
        </p:spPr>
      </p:pic>
      <p:pic>
        <p:nvPicPr>
          <p:cNvPr id="49" name="Imagen 48">
            <a:extLst>
              <a:ext uri="{FF2B5EF4-FFF2-40B4-BE49-F238E27FC236}">
                <a16:creationId xmlns:a16="http://schemas.microsoft.com/office/drawing/2014/main" id="{3AE27B65-B339-42FA-8392-5EB85D978247}"/>
              </a:ext>
            </a:extLst>
          </p:cNvPr>
          <p:cNvPicPr>
            <a:picLocks noChangeAspect="1"/>
          </p:cNvPicPr>
          <p:nvPr/>
        </p:nvPicPr>
        <p:blipFill>
          <a:blip r:embed="rId8"/>
          <a:stretch>
            <a:fillRect/>
          </a:stretch>
        </p:blipFill>
        <p:spPr>
          <a:xfrm>
            <a:off x="512825" y="5481813"/>
            <a:ext cx="1115738" cy="62760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2"/>
          <p:cNvSpPr txBox="1">
            <a:spLocks noGrp="1"/>
          </p:cNvSpPr>
          <p:nvPr>
            <p:ph type="title"/>
          </p:nvPr>
        </p:nvSpPr>
        <p:spPr>
          <a:xfrm>
            <a:off x="425246" y="274137"/>
            <a:ext cx="11088654" cy="1325563"/>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Implementación de la Virtualización</a:t>
            </a:r>
            <a:endParaRPr dirty="0"/>
          </a:p>
        </p:txBody>
      </p:sp>
      <p:sp>
        <p:nvSpPr>
          <p:cNvPr id="253" name="Google Shape;253;p22"/>
          <p:cNvSpPr txBox="1">
            <a:spLocks noGrp="1"/>
          </p:cNvSpPr>
          <p:nvPr>
            <p:ph idx="1"/>
          </p:nvPr>
        </p:nvSpPr>
        <p:spPr>
          <a:xfrm>
            <a:off x="425246" y="1331425"/>
            <a:ext cx="10749300" cy="631075"/>
          </a:xfrm>
          <a:prstGeom prst="rect">
            <a:avLst/>
          </a:prstGeom>
        </p:spPr>
        <p:txBody>
          <a:bodyPr spcFirstLastPara="1" wrap="square" lIns="91425" tIns="45700" rIns="91425" bIns="45700" anchor="t" anchorCtr="0">
            <a:noAutofit/>
          </a:bodyPr>
          <a:lstStyle/>
          <a:p>
            <a:pPr marL="76200" lvl="0" indent="0" algn="l" rtl="0">
              <a:lnSpc>
                <a:spcPct val="100000"/>
              </a:lnSpc>
              <a:spcBef>
                <a:spcPts val="480"/>
              </a:spcBef>
              <a:spcAft>
                <a:spcPts val="0"/>
              </a:spcAft>
              <a:buSzPts val="2400"/>
              <a:buNone/>
            </a:pPr>
            <a:r>
              <a:rPr lang="es-ES" sz="2400" b="1" dirty="0">
                <a:solidFill>
                  <a:srgbClr val="C00000"/>
                </a:solidFill>
              </a:rPr>
              <a:t>¿Cómo se implementa la virtualización?</a:t>
            </a:r>
            <a:endParaRPr sz="2400" dirty="0">
              <a:solidFill>
                <a:srgbClr val="C00000"/>
              </a:solidFill>
            </a:endParaRPr>
          </a:p>
          <a:p>
            <a:pPr marL="0" lvl="0" indent="0" algn="l" rtl="0">
              <a:spcBef>
                <a:spcPts val="1000"/>
              </a:spcBef>
              <a:spcAft>
                <a:spcPts val="0"/>
              </a:spcAft>
              <a:buNone/>
            </a:pPr>
            <a:endParaRPr sz="2200" dirty="0"/>
          </a:p>
          <a:p>
            <a:pPr marL="0" lvl="0" indent="0" algn="l" rtl="0">
              <a:spcBef>
                <a:spcPts val="1000"/>
              </a:spcBef>
              <a:spcAft>
                <a:spcPts val="0"/>
              </a:spcAft>
              <a:buNone/>
            </a:pPr>
            <a:endParaRPr dirty="0"/>
          </a:p>
        </p:txBody>
      </p:sp>
      <p:sp>
        <p:nvSpPr>
          <p:cNvPr id="254" name="Google Shape;254;p22"/>
          <p:cNvSpPr txBox="1"/>
          <p:nvPr/>
        </p:nvSpPr>
        <p:spPr>
          <a:xfrm>
            <a:off x="1090825" y="2741600"/>
            <a:ext cx="3000000" cy="1108200"/>
          </a:xfrm>
          <a:prstGeom prst="rect">
            <a:avLst/>
          </a:prstGeom>
          <a:solidFill>
            <a:srgbClr val="B6D7A8"/>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3000" b="1" dirty="0" err="1">
                <a:solidFill>
                  <a:schemeClr val="dk1"/>
                </a:solidFill>
                <a:latin typeface="Consolas" panose="020B0609020204030204" pitchFamily="49" charset="0"/>
                <a:ea typeface="Courier New"/>
                <a:cs typeface="Courier New"/>
                <a:sym typeface="Courier New"/>
              </a:rPr>
              <a:t>Process</a:t>
            </a:r>
            <a:r>
              <a:rPr lang="es-ES" sz="3000" b="1" dirty="0">
                <a:solidFill>
                  <a:schemeClr val="dk1"/>
                </a:solidFill>
                <a:latin typeface="Consolas" panose="020B0609020204030204" pitchFamily="49" charset="0"/>
                <a:ea typeface="Courier New"/>
                <a:cs typeface="Courier New"/>
                <a:sym typeface="Courier New"/>
              </a:rPr>
              <a:t> </a:t>
            </a:r>
            <a:r>
              <a:rPr lang="es-ES" sz="3000" b="1" dirty="0" err="1">
                <a:solidFill>
                  <a:schemeClr val="dk1"/>
                </a:solidFill>
                <a:latin typeface="Consolas" panose="020B0609020204030204" pitchFamily="49" charset="0"/>
                <a:ea typeface="Courier New"/>
                <a:cs typeface="Courier New"/>
                <a:sym typeface="Courier New"/>
              </a:rPr>
              <a:t>management</a:t>
            </a:r>
            <a:endParaRPr sz="3000" b="1" dirty="0">
              <a:solidFill>
                <a:schemeClr val="dk1"/>
              </a:solidFill>
              <a:latin typeface="Consolas" panose="020B0609020204030204" pitchFamily="49" charset="0"/>
              <a:ea typeface="Courier New"/>
              <a:cs typeface="Courier New"/>
              <a:sym typeface="Courier New"/>
            </a:endParaRPr>
          </a:p>
        </p:txBody>
      </p:sp>
      <p:sp>
        <p:nvSpPr>
          <p:cNvPr id="255" name="Google Shape;255;p22"/>
          <p:cNvSpPr txBox="1"/>
          <p:nvPr/>
        </p:nvSpPr>
        <p:spPr>
          <a:xfrm>
            <a:off x="4854600" y="2466825"/>
            <a:ext cx="2120663" cy="554100"/>
          </a:xfrm>
          <a:prstGeom prst="rect">
            <a:avLst/>
          </a:prstGeom>
          <a:solidFill>
            <a:srgbClr val="FFF2CC"/>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2400" b="1">
                <a:solidFill>
                  <a:schemeClr val="dk1"/>
                </a:solidFill>
                <a:latin typeface="Consolas" panose="020B0609020204030204" pitchFamily="49" charset="0"/>
                <a:ea typeface="Courier New"/>
                <a:cs typeface="Courier New"/>
                <a:sym typeface="Courier New"/>
              </a:rPr>
              <a:t>Abstracción</a:t>
            </a:r>
            <a:endParaRPr sz="2400" b="1">
              <a:solidFill>
                <a:schemeClr val="dk1"/>
              </a:solidFill>
              <a:latin typeface="Consolas" panose="020B0609020204030204" pitchFamily="49" charset="0"/>
              <a:ea typeface="Courier New"/>
              <a:cs typeface="Courier New"/>
              <a:sym typeface="Courier New"/>
            </a:endParaRPr>
          </a:p>
        </p:txBody>
      </p:sp>
      <p:sp>
        <p:nvSpPr>
          <p:cNvPr id="256" name="Google Shape;256;p22"/>
          <p:cNvSpPr txBox="1"/>
          <p:nvPr/>
        </p:nvSpPr>
        <p:spPr>
          <a:xfrm>
            <a:off x="4910963" y="4046952"/>
            <a:ext cx="2064300" cy="554100"/>
          </a:xfrm>
          <a:prstGeom prst="rect">
            <a:avLst/>
          </a:prstGeom>
          <a:solidFill>
            <a:srgbClr val="F4CCCC"/>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ES" sz="2400" b="1" dirty="0">
                <a:solidFill>
                  <a:schemeClr val="dk1"/>
                </a:solidFill>
                <a:latin typeface="Consolas" panose="020B0609020204030204" pitchFamily="49" charset="0"/>
                <a:ea typeface="Courier New"/>
                <a:cs typeface="Courier New"/>
                <a:sym typeface="Courier New"/>
              </a:rPr>
              <a:t>Políticas</a:t>
            </a:r>
            <a:endParaRPr sz="2400" b="1" dirty="0">
              <a:solidFill>
                <a:schemeClr val="dk1"/>
              </a:solidFill>
              <a:latin typeface="Consolas" panose="020B0609020204030204" pitchFamily="49" charset="0"/>
              <a:ea typeface="Courier New"/>
              <a:cs typeface="Courier New"/>
              <a:sym typeface="Courier New"/>
            </a:endParaRPr>
          </a:p>
        </p:txBody>
      </p:sp>
      <p:sp>
        <p:nvSpPr>
          <p:cNvPr id="257" name="Google Shape;257;p22"/>
          <p:cNvSpPr txBox="1"/>
          <p:nvPr/>
        </p:nvSpPr>
        <p:spPr>
          <a:xfrm>
            <a:off x="4882900" y="5734225"/>
            <a:ext cx="2092363" cy="554100"/>
          </a:xfrm>
          <a:prstGeom prst="rect">
            <a:avLst/>
          </a:prstGeom>
          <a:solidFill>
            <a:srgbClr val="CFE2F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ES" sz="2400" b="1">
                <a:solidFill>
                  <a:schemeClr val="dk1"/>
                </a:solidFill>
                <a:latin typeface="Consolas" panose="020B0609020204030204" pitchFamily="49" charset="0"/>
                <a:ea typeface="Courier New"/>
                <a:cs typeface="Courier New"/>
                <a:sym typeface="Courier New"/>
              </a:rPr>
              <a:t>Mecanismos</a:t>
            </a:r>
            <a:endParaRPr sz="2400" b="1">
              <a:solidFill>
                <a:schemeClr val="dk1"/>
              </a:solidFill>
              <a:latin typeface="Consolas" panose="020B0609020204030204" pitchFamily="49" charset="0"/>
              <a:ea typeface="Courier New"/>
              <a:cs typeface="Courier New"/>
              <a:sym typeface="Courier New"/>
            </a:endParaRPr>
          </a:p>
        </p:txBody>
      </p:sp>
      <p:pic>
        <p:nvPicPr>
          <p:cNvPr id="258" name="Google Shape;258;p22"/>
          <p:cNvPicPr preferRelativeResize="0"/>
          <p:nvPr/>
        </p:nvPicPr>
        <p:blipFill>
          <a:blip r:embed="rId3">
            <a:alphaModFix/>
          </a:blip>
          <a:stretch>
            <a:fillRect/>
          </a:stretch>
        </p:blipFill>
        <p:spPr>
          <a:xfrm>
            <a:off x="1268858" y="4081186"/>
            <a:ext cx="2683710" cy="2290117"/>
          </a:xfrm>
          <a:prstGeom prst="rect">
            <a:avLst/>
          </a:prstGeom>
          <a:noFill/>
          <a:ln>
            <a:noFill/>
          </a:ln>
        </p:spPr>
      </p:pic>
      <p:sp>
        <p:nvSpPr>
          <p:cNvPr id="259" name="Google Shape;259;p22"/>
          <p:cNvSpPr/>
          <p:nvPr/>
        </p:nvSpPr>
        <p:spPr>
          <a:xfrm>
            <a:off x="4463150" y="2127850"/>
            <a:ext cx="338100" cy="4442400"/>
          </a:xfrm>
          <a:prstGeom prst="leftBrace">
            <a:avLst>
              <a:gd name="adj1" fmla="val 50000"/>
              <a:gd name="adj2" fmla="val 25604"/>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cxnSp>
        <p:nvCxnSpPr>
          <p:cNvPr id="260" name="Google Shape;260;p22"/>
          <p:cNvCxnSpPr/>
          <p:nvPr/>
        </p:nvCxnSpPr>
        <p:spPr>
          <a:xfrm>
            <a:off x="4801250" y="3351005"/>
            <a:ext cx="7049400" cy="23700"/>
          </a:xfrm>
          <a:prstGeom prst="straightConnector1">
            <a:avLst/>
          </a:prstGeom>
          <a:noFill/>
          <a:ln w="19050" cap="flat" cmpd="sng">
            <a:solidFill>
              <a:schemeClr val="dk1"/>
            </a:solidFill>
            <a:prstDash val="solid"/>
            <a:round/>
            <a:headEnd type="none" w="med" len="med"/>
            <a:tailEnd type="none" w="med" len="med"/>
          </a:ln>
        </p:spPr>
      </p:cxnSp>
      <p:cxnSp>
        <p:nvCxnSpPr>
          <p:cNvPr id="261" name="Google Shape;261;p22"/>
          <p:cNvCxnSpPr/>
          <p:nvPr/>
        </p:nvCxnSpPr>
        <p:spPr>
          <a:xfrm>
            <a:off x="4801250" y="5217227"/>
            <a:ext cx="6990600" cy="12000"/>
          </a:xfrm>
          <a:prstGeom prst="straightConnector1">
            <a:avLst/>
          </a:prstGeom>
          <a:noFill/>
          <a:ln w="19050" cap="flat" cmpd="sng">
            <a:solidFill>
              <a:schemeClr val="dk1"/>
            </a:solidFill>
            <a:prstDash val="solid"/>
            <a:round/>
            <a:headEnd type="none" w="med" len="med"/>
            <a:tailEnd type="none" w="med" len="med"/>
          </a:ln>
        </p:spPr>
      </p:cxnSp>
      <p:pic>
        <p:nvPicPr>
          <p:cNvPr id="262" name="Google Shape;262;p22"/>
          <p:cNvPicPr preferRelativeResize="0"/>
          <p:nvPr/>
        </p:nvPicPr>
        <p:blipFill>
          <a:blip r:embed="rId4">
            <a:alphaModFix/>
          </a:blip>
          <a:stretch>
            <a:fillRect/>
          </a:stretch>
        </p:blipFill>
        <p:spPr>
          <a:xfrm>
            <a:off x="8899150" y="2220045"/>
            <a:ext cx="1366425" cy="1108200"/>
          </a:xfrm>
          <a:prstGeom prst="rect">
            <a:avLst/>
          </a:prstGeom>
          <a:noFill/>
          <a:ln>
            <a:noFill/>
          </a:ln>
        </p:spPr>
      </p:pic>
      <p:pic>
        <p:nvPicPr>
          <p:cNvPr id="263" name="Google Shape;263;p22"/>
          <p:cNvPicPr preferRelativeResize="0"/>
          <p:nvPr/>
        </p:nvPicPr>
        <p:blipFill>
          <a:blip r:embed="rId5">
            <a:alphaModFix/>
          </a:blip>
          <a:stretch>
            <a:fillRect/>
          </a:stretch>
        </p:blipFill>
        <p:spPr>
          <a:xfrm>
            <a:off x="7085000" y="3719137"/>
            <a:ext cx="1213362" cy="1209768"/>
          </a:xfrm>
          <a:prstGeom prst="rect">
            <a:avLst/>
          </a:prstGeom>
          <a:noFill/>
          <a:ln>
            <a:noFill/>
          </a:ln>
        </p:spPr>
      </p:pic>
      <p:grpSp>
        <p:nvGrpSpPr>
          <p:cNvPr id="2" name="Grupo 1">
            <a:extLst>
              <a:ext uri="{FF2B5EF4-FFF2-40B4-BE49-F238E27FC236}">
                <a16:creationId xmlns:a16="http://schemas.microsoft.com/office/drawing/2014/main" id="{CE45D675-78B1-4BFE-9D9A-43F8A799CF87}"/>
              </a:ext>
            </a:extLst>
          </p:cNvPr>
          <p:cNvGrpSpPr/>
          <p:nvPr/>
        </p:nvGrpSpPr>
        <p:grpSpPr>
          <a:xfrm>
            <a:off x="7973887" y="3397791"/>
            <a:ext cx="4071215" cy="1874870"/>
            <a:chOff x="7973887" y="3397791"/>
            <a:chExt cx="4071215" cy="1874870"/>
          </a:xfrm>
        </p:grpSpPr>
        <p:graphicFrame>
          <p:nvGraphicFramePr>
            <p:cNvPr id="264" name="Google Shape;264;p22"/>
            <p:cNvGraphicFramePr/>
            <p:nvPr>
              <p:extLst>
                <p:ext uri="{D42A27DB-BD31-4B8C-83A1-F6EECF244321}">
                  <p14:modId xmlns:p14="http://schemas.microsoft.com/office/powerpoint/2010/main" val="3609384212"/>
                </p:ext>
              </p:extLst>
            </p:nvPr>
          </p:nvGraphicFramePr>
          <p:xfrm>
            <a:off x="8372162" y="4115252"/>
            <a:ext cx="3025625" cy="856225"/>
          </p:xfrm>
          <a:graphic>
            <a:graphicData uri="http://schemas.openxmlformats.org/drawingml/2006/table">
              <a:tbl>
                <a:tblPr>
                  <a:noFill/>
                  <a:tableStyleId>{A3A52A41-BABC-4418-8BB8-58FADEB799A8}</a:tableStyleId>
                </a:tblPr>
                <a:tblGrid>
                  <a:gridCol w="605125">
                    <a:extLst>
                      <a:ext uri="{9D8B030D-6E8A-4147-A177-3AD203B41FA5}">
                        <a16:colId xmlns:a16="http://schemas.microsoft.com/office/drawing/2014/main" val="20000"/>
                      </a:ext>
                    </a:extLst>
                  </a:gridCol>
                  <a:gridCol w="605125">
                    <a:extLst>
                      <a:ext uri="{9D8B030D-6E8A-4147-A177-3AD203B41FA5}">
                        <a16:colId xmlns:a16="http://schemas.microsoft.com/office/drawing/2014/main" val="20001"/>
                      </a:ext>
                    </a:extLst>
                  </a:gridCol>
                  <a:gridCol w="605125">
                    <a:extLst>
                      <a:ext uri="{9D8B030D-6E8A-4147-A177-3AD203B41FA5}">
                        <a16:colId xmlns:a16="http://schemas.microsoft.com/office/drawing/2014/main" val="20002"/>
                      </a:ext>
                    </a:extLst>
                  </a:gridCol>
                  <a:gridCol w="605125">
                    <a:extLst>
                      <a:ext uri="{9D8B030D-6E8A-4147-A177-3AD203B41FA5}">
                        <a16:colId xmlns:a16="http://schemas.microsoft.com/office/drawing/2014/main" val="20003"/>
                      </a:ext>
                    </a:extLst>
                  </a:gridCol>
                  <a:gridCol w="605125">
                    <a:extLst>
                      <a:ext uri="{9D8B030D-6E8A-4147-A177-3AD203B41FA5}">
                        <a16:colId xmlns:a16="http://schemas.microsoft.com/office/drawing/2014/main" val="20004"/>
                      </a:ext>
                    </a:extLst>
                  </a:gridCol>
                </a:tblGrid>
                <a:tr h="856225">
                  <a:tc>
                    <a:txBody>
                      <a:bodyPr/>
                      <a:lstStyle/>
                      <a:p>
                        <a:pPr marL="0" lvl="0" indent="0" algn="ctr" rtl="0">
                          <a:spcBef>
                            <a:spcPts val="0"/>
                          </a:spcBef>
                          <a:spcAft>
                            <a:spcPts val="0"/>
                          </a:spcAft>
                          <a:buNone/>
                        </a:pPr>
                        <a:r>
                          <a:rPr lang="es-ES" sz="1700">
                            <a:latin typeface="Courier New"/>
                            <a:ea typeface="Courier New"/>
                            <a:cs typeface="Courier New"/>
                            <a:sym typeface="Courier New"/>
                          </a:rPr>
                          <a:t>P1</a:t>
                        </a:r>
                        <a:endParaRPr sz="1700">
                          <a:latin typeface="Courier New"/>
                          <a:ea typeface="Courier New"/>
                          <a:cs typeface="Courier New"/>
                          <a:sym typeface="Courier New"/>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s-ES" sz="1700">
                            <a:latin typeface="Courier New"/>
                            <a:ea typeface="Courier New"/>
                            <a:cs typeface="Courier New"/>
                            <a:sym typeface="Courier New"/>
                          </a:rPr>
                          <a:t>P2</a:t>
                        </a:r>
                        <a:endParaRPr sz="1700">
                          <a:latin typeface="Courier New"/>
                          <a:ea typeface="Courier New"/>
                          <a:cs typeface="Courier New"/>
                          <a:sym typeface="Courier New"/>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s-ES" sz="1700">
                            <a:latin typeface="Courier New"/>
                            <a:ea typeface="Courier New"/>
                            <a:cs typeface="Courier New"/>
                            <a:sym typeface="Courier New"/>
                          </a:rPr>
                          <a:t>P1</a:t>
                        </a:r>
                        <a:endParaRPr sz="1700">
                          <a:latin typeface="Courier New"/>
                          <a:ea typeface="Courier New"/>
                          <a:cs typeface="Courier New"/>
                          <a:sym typeface="Courier New"/>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s-ES" sz="1700">
                            <a:latin typeface="Courier New"/>
                            <a:ea typeface="Courier New"/>
                            <a:cs typeface="Courier New"/>
                            <a:sym typeface="Courier New"/>
                          </a:rPr>
                          <a:t>P2</a:t>
                        </a:r>
                        <a:endParaRPr sz="1700">
                          <a:latin typeface="Courier New"/>
                          <a:ea typeface="Courier New"/>
                          <a:cs typeface="Courier New"/>
                          <a:sym typeface="Courier New"/>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s-ES" sz="1700">
                            <a:latin typeface="Courier New"/>
                            <a:ea typeface="Courier New"/>
                            <a:cs typeface="Courier New"/>
                            <a:sym typeface="Courier New"/>
                          </a:rPr>
                          <a:t>...</a:t>
                        </a:r>
                        <a:endParaRPr sz="1700">
                          <a:latin typeface="Courier New"/>
                          <a:ea typeface="Courier New"/>
                          <a:cs typeface="Courier New"/>
                          <a:sym typeface="Courier New"/>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265" name="Google Shape;265;p22"/>
            <p:cNvCxnSpPr/>
            <p:nvPr/>
          </p:nvCxnSpPr>
          <p:spPr>
            <a:xfrm>
              <a:off x="8367412" y="3850002"/>
              <a:ext cx="3324000" cy="1125300"/>
            </a:xfrm>
            <a:prstGeom prst="bentConnector3">
              <a:avLst>
                <a:gd name="adj1" fmla="val 278"/>
              </a:avLst>
            </a:prstGeom>
            <a:noFill/>
            <a:ln w="19050" cap="flat" cmpd="sng">
              <a:solidFill>
                <a:schemeClr val="dk1"/>
              </a:solidFill>
              <a:prstDash val="solid"/>
              <a:round/>
              <a:headEnd type="triangle" w="med" len="med"/>
              <a:tailEnd type="triangle" w="med" len="med"/>
            </a:ln>
          </p:spPr>
        </p:cxnSp>
        <p:sp>
          <p:nvSpPr>
            <p:cNvPr id="266" name="Google Shape;266;p22"/>
            <p:cNvSpPr txBox="1"/>
            <p:nvPr/>
          </p:nvSpPr>
          <p:spPr>
            <a:xfrm>
              <a:off x="7973887" y="3419902"/>
              <a:ext cx="7605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2200" b="1" dirty="0">
                  <a:latin typeface="Consolas" panose="020B0609020204030204" pitchFamily="49" charset="0"/>
                  <a:ea typeface="Courier New"/>
                  <a:cs typeface="Courier New"/>
                  <a:sym typeface="Courier New"/>
                </a:rPr>
                <a:t>CPU</a:t>
              </a:r>
              <a:endParaRPr sz="2200" b="1" dirty="0">
                <a:latin typeface="Consolas" panose="020B0609020204030204" pitchFamily="49" charset="0"/>
                <a:ea typeface="Courier New"/>
                <a:cs typeface="Courier New"/>
                <a:sym typeface="Courier New"/>
              </a:endParaRPr>
            </a:p>
          </p:txBody>
        </p:sp>
        <p:sp>
          <p:nvSpPr>
            <p:cNvPr id="267" name="Google Shape;267;p22"/>
            <p:cNvSpPr txBox="1"/>
            <p:nvPr/>
          </p:nvSpPr>
          <p:spPr>
            <a:xfrm>
              <a:off x="11578365" y="4780249"/>
              <a:ext cx="466737" cy="49241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2000" b="1" dirty="0">
                  <a:latin typeface="Consolas" panose="020B0609020204030204" pitchFamily="49" charset="0"/>
                  <a:ea typeface="Courier New"/>
                  <a:cs typeface="Courier New"/>
                  <a:sym typeface="Courier New"/>
                </a:rPr>
                <a:t>t</a:t>
              </a:r>
              <a:endParaRPr sz="2000" b="1" dirty="0">
                <a:latin typeface="Consolas" panose="020B0609020204030204" pitchFamily="49" charset="0"/>
                <a:ea typeface="Courier New"/>
                <a:cs typeface="Courier New"/>
                <a:sym typeface="Courier New"/>
              </a:endParaRPr>
            </a:p>
          </p:txBody>
        </p:sp>
        <p:sp>
          <p:nvSpPr>
            <p:cNvPr id="268" name="Google Shape;268;p22"/>
            <p:cNvSpPr/>
            <p:nvPr/>
          </p:nvSpPr>
          <p:spPr>
            <a:xfrm>
              <a:off x="8783037" y="3738751"/>
              <a:ext cx="394800" cy="380650"/>
            </a:xfrm>
            <a:custGeom>
              <a:avLst/>
              <a:gdLst/>
              <a:ahLst/>
              <a:cxnLst/>
              <a:rect l="l" t="t" r="r" b="b"/>
              <a:pathLst>
                <a:path w="15792" h="15226" extrusionOk="0">
                  <a:moveTo>
                    <a:pt x="0" y="15226"/>
                  </a:moveTo>
                  <a:cubicBezTo>
                    <a:pt x="488" y="13081"/>
                    <a:pt x="975" y="4698"/>
                    <a:pt x="2925" y="2358"/>
                  </a:cubicBezTo>
                  <a:cubicBezTo>
                    <a:pt x="4875" y="18"/>
                    <a:pt x="9554" y="-859"/>
                    <a:pt x="11698" y="1188"/>
                  </a:cubicBezTo>
                  <a:cubicBezTo>
                    <a:pt x="13843" y="3235"/>
                    <a:pt x="15110" y="12399"/>
                    <a:pt x="15792" y="14641"/>
                  </a:cubicBezTo>
                </a:path>
              </a:pathLst>
            </a:custGeom>
            <a:noFill/>
            <a:ln w="28575" cap="flat" cmpd="sng">
              <a:solidFill>
                <a:schemeClr val="accent2"/>
              </a:solidFill>
              <a:prstDash val="solid"/>
              <a:round/>
              <a:headEnd type="none" w="med" len="med"/>
              <a:tailEnd type="triangle" w="med" len="med"/>
            </a:ln>
          </p:spPr>
        </p:sp>
        <p:sp>
          <p:nvSpPr>
            <p:cNvPr id="269" name="Google Shape;269;p22"/>
            <p:cNvSpPr/>
            <p:nvPr/>
          </p:nvSpPr>
          <p:spPr>
            <a:xfrm>
              <a:off x="9364962" y="3728476"/>
              <a:ext cx="394800" cy="380650"/>
            </a:xfrm>
            <a:custGeom>
              <a:avLst/>
              <a:gdLst/>
              <a:ahLst/>
              <a:cxnLst/>
              <a:rect l="l" t="t" r="r" b="b"/>
              <a:pathLst>
                <a:path w="15792" h="15226" extrusionOk="0">
                  <a:moveTo>
                    <a:pt x="0" y="15226"/>
                  </a:moveTo>
                  <a:cubicBezTo>
                    <a:pt x="488" y="13081"/>
                    <a:pt x="975" y="4698"/>
                    <a:pt x="2925" y="2358"/>
                  </a:cubicBezTo>
                  <a:cubicBezTo>
                    <a:pt x="4875" y="18"/>
                    <a:pt x="9554" y="-859"/>
                    <a:pt x="11698" y="1188"/>
                  </a:cubicBezTo>
                  <a:cubicBezTo>
                    <a:pt x="13843" y="3235"/>
                    <a:pt x="15110" y="12399"/>
                    <a:pt x="15792" y="14641"/>
                  </a:cubicBezTo>
                </a:path>
              </a:pathLst>
            </a:custGeom>
            <a:noFill/>
            <a:ln w="28575" cap="flat" cmpd="sng">
              <a:solidFill>
                <a:schemeClr val="accent2"/>
              </a:solidFill>
              <a:prstDash val="solid"/>
              <a:round/>
              <a:headEnd type="none" w="med" len="med"/>
              <a:tailEnd type="triangle" w="med" len="med"/>
            </a:ln>
          </p:spPr>
        </p:sp>
        <p:sp>
          <p:nvSpPr>
            <p:cNvPr id="270" name="Google Shape;270;p22"/>
            <p:cNvSpPr/>
            <p:nvPr/>
          </p:nvSpPr>
          <p:spPr>
            <a:xfrm>
              <a:off x="9946887" y="3719001"/>
              <a:ext cx="394800" cy="380650"/>
            </a:xfrm>
            <a:custGeom>
              <a:avLst/>
              <a:gdLst/>
              <a:ahLst/>
              <a:cxnLst/>
              <a:rect l="l" t="t" r="r" b="b"/>
              <a:pathLst>
                <a:path w="15792" h="15226" extrusionOk="0">
                  <a:moveTo>
                    <a:pt x="0" y="15226"/>
                  </a:moveTo>
                  <a:cubicBezTo>
                    <a:pt x="488" y="13081"/>
                    <a:pt x="975" y="4698"/>
                    <a:pt x="2925" y="2358"/>
                  </a:cubicBezTo>
                  <a:cubicBezTo>
                    <a:pt x="4875" y="18"/>
                    <a:pt x="9554" y="-859"/>
                    <a:pt x="11698" y="1188"/>
                  </a:cubicBezTo>
                  <a:cubicBezTo>
                    <a:pt x="13843" y="3235"/>
                    <a:pt x="15110" y="12399"/>
                    <a:pt x="15792" y="14641"/>
                  </a:cubicBezTo>
                </a:path>
              </a:pathLst>
            </a:custGeom>
            <a:noFill/>
            <a:ln w="28575" cap="flat" cmpd="sng">
              <a:solidFill>
                <a:schemeClr val="accent2"/>
              </a:solidFill>
              <a:prstDash val="solid"/>
              <a:round/>
              <a:headEnd type="none" w="med" len="med"/>
              <a:tailEnd type="triangle" w="med" len="med"/>
            </a:ln>
          </p:spPr>
        </p:sp>
        <p:sp>
          <p:nvSpPr>
            <p:cNvPr id="271" name="Google Shape;271;p22"/>
            <p:cNvSpPr txBox="1"/>
            <p:nvPr/>
          </p:nvSpPr>
          <p:spPr>
            <a:xfrm>
              <a:off x="8823500" y="3419141"/>
              <a:ext cx="5541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600">
                  <a:solidFill>
                    <a:schemeClr val="accent2"/>
                  </a:solidFill>
                  <a:latin typeface="Consolas" panose="020B0609020204030204" pitchFamily="49" charset="0"/>
                  <a:ea typeface="Courier New"/>
                  <a:cs typeface="Courier New"/>
                  <a:sym typeface="Courier New"/>
                </a:rPr>
                <a:t>CS</a:t>
              </a:r>
              <a:endParaRPr sz="1600">
                <a:solidFill>
                  <a:schemeClr val="accent2"/>
                </a:solidFill>
                <a:latin typeface="Consolas" panose="020B0609020204030204" pitchFamily="49" charset="0"/>
                <a:ea typeface="Courier New"/>
                <a:cs typeface="Courier New"/>
                <a:sym typeface="Courier New"/>
              </a:endParaRPr>
            </a:p>
          </p:txBody>
        </p:sp>
        <p:sp>
          <p:nvSpPr>
            <p:cNvPr id="272" name="Google Shape;272;p22"/>
            <p:cNvSpPr txBox="1"/>
            <p:nvPr/>
          </p:nvSpPr>
          <p:spPr>
            <a:xfrm>
              <a:off x="9405050" y="3412305"/>
              <a:ext cx="5541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600">
                  <a:solidFill>
                    <a:schemeClr val="accent2"/>
                  </a:solidFill>
                  <a:latin typeface="Consolas" panose="020B0609020204030204" pitchFamily="49" charset="0"/>
                  <a:ea typeface="Courier New"/>
                  <a:cs typeface="Courier New"/>
                  <a:sym typeface="Courier New"/>
                </a:rPr>
                <a:t>CS</a:t>
              </a:r>
              <a:endParaRPr sz="1600">
                <a:solidFill>
                  <a:schemeClr val="accent2"/>
                </a:solidFill>
                <a:latin typeface="Consolas" panose="020B0609020204030204" pitchFamily="49" charset="0"/>
                <a:ea typeface="Courier New"/>
                <a:cs typeface="Courier New"/>
                <a:sym typeface="Courier New"/>
              </a:endParaRPr>
            </a:p>
          </p:txBody>
        </p:sp>
        <p:sp>
          <p:nvSpPr>
            <p:cNvPr id="273" name="Google Shape;273;p22"/>
            <p:cNvSpPr txBox="1"/>
            <p:nvPr/>
          </p:nvSpPr>
          <p:spPr>
            <a:xfrm>
              <a:off x="9969075" y="3397791"/>
              <a:ext cx="5541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600">
                  <a:solidFill>
                    <a:schemeClr val="accent2"/>
                  </a:solidFill>
                  <a:latin typeface="Consolas" panose="020B0609020204030204" pitchFamily="49" charset="0"/>
                  <a:ea typeface="Courier New"/>
                  <a:cs typeface="Courier New"/>
                  <a:sym typeface="Courier New"/>
                </a:rPr>
                <a:t>CS</a:t>
              </a:r>
              <a:endParaRPr sz="1600">
                <a:solidFill>
                  <a:schemeClr val="accent2"/>
                </a:solidFill>
                <a:latin typeface="Consolas" panose="020B0609020204030204" pitchFamily="49" charset="0"/>
                <a:ea typeface="Courier New"/>
                <a:cs typeface="Courier New"/>
                <a:sym typeface="Courier New"/>
              </a:endParaRPr>
            </a:p>
          </p:txBody>
        </p:sp>
      </p:grpSp>
      <p:pic>
        <p:nvPicPr>
          <p:cNvPr id="274" name="Google Shape;274;p22"/>
          <p:cNvPicPr preferRelativeResize="0"/>
          <p:nvPr/>
        </p:nvPicPr>
        <p:blipFill>
          <a:blip r:embed="rId6">
            <a:alphaModFix/>
          </a:blip>
          <a:stretch>
            <a:fillRect/>
          </a:stretch>
        </p:blipFill>
        <p:spPr>
          <a:xfrm>
            <a:off x="9801714" y="5431253"/>
            <a:ext cx="1271550" cy="1271550"/>
          </a:xfrm>
          <a:prstGeom prst="rect">
            <a:avLst/>
          </a:prstGeom>
          <a:noFill/>
          <a:ln>
            <a:noFill/>
          </a:ln>
        </p:spPr>
      </p:pic>
      <p:pic>
        <p:nvPicPr>
          <p:cNvPr id="275" name="Google Shape;275;p22"/>
          <p:cNvPicPr preferRelativeResize="0"/>
          <p:nvPr/>
        </p:nvPicPr>
        <p:blipFill>
          <a:blip r:embed="rId4">
            <a:alphaModFix/>
          </a:blip>
          <a:stretch>
            <a:fillRect/>
          </a:stretch>
        </p:blipFill>
        <p:spPr>
          <a:xfrm>
            <a:off x="8127994" y="5697501"/>
            <a:ext cx="911258" cy="739050"/>
          </a:xfrm>
          <a:prstGeom prst="rect">
            <a:avLst/>
          </a:prstGeom>
          <a:noFill/>
          <a:ln>
            <a:noFill/>
          </a:ln>
        </p:spPr>
      </p:pic>
      <p:cxnSp>
        <p:nvCxnSpPr>
          <p:cNvPr id="276" name="Google Shape;276;p22"/>
          <p:cNvCxnSpPr/>
          <p:nvPr/>
        </p:nvCxnSpPr>
        <p:spPr>
          <a:xfrm>
            <a:off x="8967752" y="6067026"/>
            <a:ext cx="762600" cy="0"/>
          </a:xfrm>
          <a:prstGeom prst="straightConnector1">
            <a:avLst/>
          </a:prstGeom>
          <a:noFill/>
          <a:ln w="28575" cap="flat" cmpd="sng">
            <a:solidFill>
              <a:srgbClr val="ED7D31"/>
            </a:solidFill>
            <a:prstDash val="solid"/>
            <a:round/>
            <a:headEnd type="none" w="med" len="med"/>
            <a:tailEnd type="triangl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23"/>
          <p:cNvSpPr txBox="1">
            <a:spLocks noGrp="1"/>
          </p:cNvSpPr>
          <p:nvPr>
            <p:ph type="title"/>
          </p:nvPr>
        </p:nvSpPr>
        <p:spPr>
          <a:xfrm>
            <a:off x="425245" y="245875"/>
            <a:ext cx="10990006" cy="1325563"/>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Abstracción CPU - Proceso</a:t>
            </a:r>
            <a:endParaRPr dirty="0"/>
          </a:p>
        </p:txBody>
      </p:sp>
      <p:pic>
        <p:nvPicPr>
          <p:cNvPr id="283" name="Google Shape;283;p23"/>
          <p:cNvPicPr preferRelativeResize="0"/>
          <p:nvPr/>
        </p:nvPicPr>
        <p:blipFill>
          <a:blip r:embed="rId3">
            <a:alphaModFix/>
          </a:blip>
          <a:stretch>
            <a:fillRect/>
          </a:stretch>
        </p:blipFill>
        <p:spPr>
          <a:xfrm>
            <a:off x="1027397" y="2103196"/>
            <a:ext cx="1374058" cy="1082525"/>
          </a:xfrm>
          <a:prstGeom prst="rect">
            <a:avLst/>
          </a:prstGeom>
          <a:noFill/>
          <a:ln>
            <a:noFill/>
          </a:ln>
        </p:spPr>
      </p:pic>
      <p:pic>
        <p:nvPicPr>
          <p:cNvPr id="284" name="Google Shape;284;p23"/>
          <p:cNvPicPr preferRelativeResize="0"/>
          <p:nvPr/>
        </p:nvPicPr>
        <p:blipFill>
          <a:blip r:embed="rId4">
            <a:alphaModFix/>
          </a:blip>
          <a:stretch>
            <a:fillRect/>
          </a:stretch>
        </p:blipFill>
        <p:spPr>
          <a:xfrm>
            <a:off x="2490809" y="2103196"/>
            <a:ext cx="1529300" cy="1082525"/>
          </a:xfrm>
          <a:prstGeom prst="rect">
            <a:avLst/>
          </a:prstGeom>
          <a:noFill/>
          <a:ln>
            <a:noFill/>
          </a:ln>
        </p:spPr>
      </p:pic>
      <p:pic>
        <p:nvPicPr>
          <p:cNvPr id="285" name="Google Shape;285;p23"/>
          <p:cNvPicPr preferRelativeResize="0"/>
          <p:nvPr/>
        </p:nvPicPr>
        <p:blipFill>
          <a:blip r:embed="rId5">
            <a:alphaModFix/>
          </a:blip>
          <a:stretch>
            <a:fillRect/>
          </a:stretch>
        </p:blipFill>
        <p:spPr>
          <a:xfrm>
            <a:off x="922969" y="4015235"/>
            <a:ext cx="3958800" cy="2406475"/>
          </a:xfrm>
          <a:prstGeom prst="rect">
            <a:avLst/>
          </a:prstGeom>
          <a:noFill/>
          <a:ln>
            <a:noFill/>
          </a:ln>
        </p:spPr>
      </p:pic>
      <p:pic>
        <p:nvPicPr>
          <p:cNvPr id="286" name="Google Shape;286;p23"/>
          <p:cNvPicPr preferRelativeResize="0"/>
          <p:nvPr/>
        </p:nvPicPr>
        <p:blipFill>
          <a:blip r:embed="rId6">
            <a:alphaModFix/>
          </a:blip>
          <a:stretch>
            <a:fillRect/>
          </a:stretch>
        </p:blipFill>
        <p:spPr>
          <a:xfrm>
            <a:off x="5400255" y="1453894"/>
            <a:ext cx="4642198" cy="2757675"/>
          </a:xfrm>
          <a:prstGeom prst="rect">
            <a:avLst/>
          </a:prstGeom>
          <a:noFill/>
          <a:ln>
            <a:noFill/>
          </a:ln>
        </p:spPr>
      </p:pic>
      <p:pic>
        <p:nvPicPr>
          <p:cNvPr id="287" name="Google Shape;287;p23"/>
          <p:cNvPicPr preferRelativeResize="0"/>
          <p:nvPr/>
        </p:nvPicPr>
        <p:blipFill>
          <a:blip r:embed="rId7">
            <a:alphaModFix/>
          </a:blip>
          <a:stretch>
            <a:fillRect/>
          </a:stretch>
        </p:blipFill>
        <p:spPr>
          <a:xfrm>
            <a:off x="10555919" y="1733078"/>
            <a:ext cx="1426224" cy="2316850"/>
          </a:xfrm>
          <a:prstGeom prst="rect">
            <a:avLst/>
          </a:prstGeom>
          <a:noFill/>
          <a:ln>
            <a:noFill/>
          </a:ln>
        </p:spPr>
      </p:pic>
      <p:grpSp>
        <p:nvGrpSpPr>
          <p:cNvPr id="8" name="Grupo 7">
            <a:extLst>
              <a:ext uri="{FF2B5EF4-FFF2-40B4-BE49-F238E27FC236}">
                <a16:creationId xmlns:a16="http://schemas.microsoft.com/office/drawing/2014/main" id="{40EFF839-5645-4EC0-952A-0AC5089CAD0D}"/>
              </a:ext>
            </a:extLst>
          </p:cNvPr>
          <p:cNvGrpSpPr/>
          <p:nvPr/>
        </p:nvGrpSpPr>
        <p:grpSpPr>
          <a:xfrm>
            <a:off x="6574351" y="4401946"/>
            <a:ext cx="4217460" cy="2210179"/>
            <a:chOff x="6212401" y="2519512"/>
            <a:chExt cx="5376802" cy="3428088"/>
          </a:xfrm>
        </p:grpSpPr>
        <p:grpSp>
          <p:nvGrpSpPr>
            <p:cNvPr id="9" name="Grupo 8">
              <a:extLst>
                <a:ext uri="{FF2B5EF4-FFF2-40B4-BE49-F238E27FC236}">
                  <a16:creationId xmlns:a16="http://schemas.microsoft.com/office/drawing/2014/main" id="{FBE7E5AD-43C9-4953-A60B-3222763C4C00}"/>
                </a:ext>
              </a:extLst>
            </p:cNvPr>
            <p:cNvGrpSpPr/>
            <p:nvPr/>
          </p:nvGrpSpPr>
          <p:grpSpPr>
            <a:xfrm>
              <a:off x="10715007" y="2519512"/>
              <a:ext cx="874196" cy="1361640"/>
              <a:chOff x="1502331" y="2335006"/>
              <a:chExt cx="874196" cy="1361640"/>
            </a:xfrm>
          </p:grpSpPr>
          <p:sp>
            <p:nvSpPr>
              <p:cNvPr id="29" name="Rectángulo 28">
                <a:extLst>
                  <a:ext uri="{FF2B5EF4-FFF2-40B4-BE49-F238E27FC236}">
                    <a16:creationId xmlns:a16="http://schemas.microsoft.com/office/drawing/2014/main" id="{F879BF19-C150-4F8F-BF4D-EA2D6DFC7BFD}"/>
                  </a:ext>
                </a:extLst>
              </p:cNvPr>
              <p:cNvSpPr/>
              <p:nvPr/>
            </p:nvSpPr>
            <p:spPr>
              <a:xfrm>
                <a:off x="1620691" y="2870976"/>
                <a:ext cx="637477" cy="825670"/>
              </a:xfrm>
              <a:prstGeom prst="rect">
                <a:avLst/>
              </a:prstGeom>
              <a:solidFill>
                <a:schemeClr val="bg1">
                  <a:lumMod val="9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0" name="CuadroTexto 29">
                <a:extLst>
                  <a:ext uri="{FF2B5EF4-FFF2-40B4-BE49-F238E27FC236}">
                    <a16:creationId xmlns:a16="http://schemas.microsoft.com/office/drawing/2014/main" id="{00752C3B-B792-4A75-9458-D579D02A8B0F}"/>
                  </a:ext>
                </a:extLst>
              </p:cNvPr>
              <p:cNvSpPr txBox="1"/>
              <p:nvPr/>
            </p:nvSpPr>
            <p:spPr>
              <a:xfrm>
                <a:off x="1502331" y="2335006"/>
                <a:ext cx="874196" cy="572851"/>
              </a:xfrm>
              <a:prstGeom prst="rect">
                <a:avLst/>
              </a:prstGeom>
              <a:noFill/>
            </p:spPr>
            <p:txBody>
              <a:bodyPr wrap="square" rtlCol="0">
                <a:spAutoFit/>
              </a:bodyPr>
              <a:lstStyle/>
              <a:p>
                <a:pPr algn="ctr"/>
                <a:r>
                  <a:rPr lang="es-CO" b="1" dirty="0"/>
                  <a:t>CPU</a:t>
                </a:r>
              </a:p>
            </p:txBody>
          </p:sp>
        </p:grpSp>
        <p:cxnSp>
          <p:nvCxnSpPr>
            <p:cNvPr id="10" name="Conector recto de flecha 9">
              <a:extLst>
                <a:ext uri="{FF2B5EF4-FFF2-40B4-BE49-F238E27FC236}">
                  <a16:creationId xmlns:a16="http://schemas.microsoft.com/office/drawing/2014/main" id="{53112B0C-6F47-467D-9F4F-3568DDEB8E02}"/>
                </a:ext>
              </a:extLst>
            </p:cNvPr>
            <p:cNvCxnSpPr>
              <a:cxnSpLocks/>
              <a:endCxn id="29" idx="1"/>
            </p:cNvCxnSpPr>
            <p:nvPr/>
          </p:nvCxnSpPr>
          <p:spPr>
            <a:xfrm>
              <a:off x="9630819" y="3465524"/>
              <a:ext cx="1202549" cy="27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angular 10">
              <a:extLst>
                <a:ext uri="{FF2B5EF4-FFF2-40B4-BE49-F238E27FC236}">
                  <a16:creationId xmlns:a16="http://schemas.microsoft.com/office/drawing/2014/main" id="{FAE7CF75-923D-4810-87F2-27CCAA37E62F}"/>
                </a:ext>
              </a:extLst>
            </p:cNvPr>
            <p:cNvCxnSpPr>
              <a:cxnSpLocks/>
              <a:stCxn id="29" idx="2"/>
            </p:cNvCxnSpPr>
            <p:nvPr/>
          </p:nvCxnSpPr>
          <p:spPr>
            <a:xfrm rot="5400000" flipH="1">
              <a:off x="9015615" y="1744662"/>
              <a:ext cx="182035" cy="4090945"/>
            </a:xfrm>
            <a:prstGeom prst="bentConnector4">
              <a:avLst>
                <a:gd name="adj1" fmla="val -194780"/>
                <a:gd name="adj2" fmla="val 10811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95616FE6-540B-4C6E-9C0F-C67A4AE0C65F}"/>
                </a:ext>
              </a:extLst>
            </p:cNvPr>
            <p:cNvCxnSpPr/>
            <p:nvPr/>
          </p:nvCxnSpPr>
          <p:spPr>
            <a:xfrm>
              <a:off x="6212401" y="3269772"/>
              <a:ext cx="8204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 name="Grupo 12">
              <a:extLst>
                <a:ext uri="{FF2B5EF4-FFF2-40B4-BE49-F238E27FC236}">
                  <a16:creationId xmlns:a16="http://schemas.microsoft.com/office/drawing/2014/main" id="{9183CDA4-2026-436B-A4DB-C256579DB2F0}"/>
                </a:ext>
              </a:extLst>
            </p:cNvPr>
            <p:cNvGrpSpPr/>
            <p:nvPr/>
          </p:nvGrpSpPr>
          <p:grpSpPr>
            <a:xfrm>
              <a:off x="7153090" y="2519512"/>
              <a:ext cx="2480084" cy="1361640"/>
              <a:chOff x="3934951" y="4259093"/>
              <a:chExt cx="2480084" cy="1361640"/>
            </a:xfrm>
          </p:grpSpPr>
          <p:grpSp>
            <p:nvGrpSpPr>
              <p:cNvPr id="24" name="Grupo 23">
                <a:extLst>
                  <a:ext uri="{FF2B5EF4-FFF2-40B4-BE49-F238E27FC236}">
                    <a16:creationId xmlns:a16="http://schemas.microsoft.com/office/drawing/2014/main" id="{791A3DB0-3931-4148-AA15-781A344A5A4A}"/>
                  </a:ext>
                </a:extLst>
              </p:cNvPr>
              <p:cNvGrpSpPr/>
              <p:nvPr/>
            </p:nvGrpSpPr>
            <p:grpSpPr>
              <a:xfrm>
                <a:off x="3934951" y="4789478"/>
                <a:ext cx="2480084" cy="831255"/>
                <a:chOff x="3934951" y="4789478"/>
                <a:chExt cx="2480084" cy="831255"/>
              </a:xfrm>
            </p:grpSpPr>
            <p:cxnSp>
              <p:nvCxnSpPr>
                <p:cNvPr id="26" name="Conector recto 25">
                  <a:extLst>
                    <a:ext uri="{FF2B5EF4-FFF2-40B4-BE49-F238E27FC236}">
                      <a16:creationId xmlns:a16="http://schemas.microsoft.com/office/drawing/2014/main" id="{95BF5C55-43E8-45C8-BC95-82C77D809418}"/>
                    </a:ext>
                  </a:extLst>
                </p:cNvPr>
                <p:cNvCxnSpPr/>
                <p:nvPr/>
              </p:nvCxnSpPr>
              <p:spPr>
                <a:xfrm>
                  <a:off x="3934952" y="4795063"/>
                  <a:ext cx="247772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E966E20A-04BD-4A94-B290-D525E5A51DE0}"/>
                    </a:ext>
                  </a:extLst>
                </p:cNvPr>
                <p:cNvCxnSpPr/>
                <p:nvPr/>
              </p:nvCxnSpPr>
              <p:spPr>
                <a:xfrm>
                  <a:off x="3934951" y="5609561"/>
                  <a:ext cx="247772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C7D8C7F1-2030-436F-A0A3-7C245B854946}"/>
                    </a:ext>
                  </a:extLst>
                </p:cNvPr>
                <p:cNvCxnSpPr>
                  <a:cxnSpLocks/>
                </p:cNvCxnSpPr>
                <p:nvPr/>
              </p:nvCxnSpPr>
              <p:spPr>
                <a:xfrm>
                  <a:off x="6415035" y="4789478"/>
                  <a:ext cx="0" cy="83125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5" name="CuadroTexto 24">
                <a:extLst>
                  <a:ext uri="{FF2B5EF4-FFF2-40B4-BE49-F238E27FC236}">
                    <a16:creationId xmlns:a16="http://schemas.microsoft.com/office/drawing/2014/main" id="{E0B41C48-F981-4421-9209-1BC2C174DB08}"/>
                  </a:ext>
                </a:extLst>
              </p:cNvPr>
              <p:cNvSpPr txBox="1"/>
              <p:nvPr/>
            </p:nvSpPr>
            <p:spPr>
              <a:xfrm>
                <a:off x="4626522" y="4259093"/>
                <a:ext cx="1202545" cy="572851"/>
              </a:xfrm>
              <a:prstGeom prst="rect">
                <a:avLst/>
              </a:prstGeom>
              <a:noFill/>
            </p:spPr>
            <p:txBody>
              <a:bodyPr wrap="square" rtlCol="0">
                <a:spAutoFit/>
              </a:bodyPr>
              <a:lstStyle/>
              <a:p>
                <a:pPr algn="ctr"/>
                <a:r>
                  <a:rPr lang="es-CO" b="1" dirty="0"/>
                  <a:t>Ready</a:t>
                </a:r>
              </a:p>
            </p:txBody>
          </p:sp>
        </p:grpSp>
        <p:grpSp>
          <p:nvGrpSpPr>
            <p:cNvPr id="14" name="Grupo 13">
              <a:extLst>
                <a:ext uri="{FF2B5EF4-FFF2-40B4-BE49-F238E27FC236}">
                  <a16:creationId xmlns:a16="http://schemas.microsoft.com/office/drawing/2014/main" id="{A4557C22-5BEE-457F-A9A9-DF1A620B1A0D}"/>
                </a:ext>
              </a:extLst>
            </p:cNvPr>
            <p:cNvGrpSpPr/>
            <p:nvPr/>
          </p:nvGrpSpPr>
          <p:grpSpPr>
            <a:xfrm>
              <a:off x="8391954" y="4539455"/>
              <a:ext cx="2480084" cy="1408145"/>
              <a:chOff x="8391954" y="4539455"/>
              <a:chExt cx="2480084" cy="1408145"/>
            </a:xfrm>
          </p:grpSpPr>
          <p:grpSp>
            <p:nvGrpSpPr>
              <p:cNvPr id="19" name="Grupo 18">
                <a:extLst>
                  <a:ext uri="{FF2B5EF4-FFF2-40B4-BE49-F238E27FC236}">
                    <a16:creationId xmlns:a16="http://schemas.microsoft.com/office/drawing/2014/main" id="{2CFDE5F1-B4AC-4410-BA1B-AA06025D6CD6}"/>
                  </a:ext>
                </a:extLst>
              </p:cNvPr>
              <p:cNvGrpSpPr/>
              <p:nvPr/>
            </p:nvGrpSpPr>
            <p:grpSpPr>
              <a:xfrm flipH="1">
                <a:off x="8391954" y="5116345"/>
                <a:ext cx="2480084" cy="831255"/>
                <a:chOff x="3934951" y="4789478"/>
                <a:chExt cx="2480084" cy="831255"/>
              </a:xfrm>
            </p:grpSpPr>
            <p:cxnSp>
              <p:nvCxnSpPr>
                <p:cNvPr id="21" name="Conector recto 20">
                  <a:extLst>
                    <a:ext uri="{FF2B5EF4-FFF2-40B4-BE49-F238E27FC236}">
                      <a16:creationId xmlns:a16="http://schemas.microsoft.com/office/drawing/2014/main" id="{44FC5D5F-7FAD-493F-BB09-2559D237EBD4}"/>
                    </a:ext>
                  </a:extLst>
                </p:cNvPr>
                <p:cNvCxnSpPr/>
                <p:nvPr/>
              </p:nvCxnSpPr>
              <p:spPr>
                <a:xfrm>
                  <a:off x="3934952" y="4795063"/>
                  <a:ext cx="247772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13C29512-6945-4D0E-950A-5B252548F02F}"/>
                    </a:ext>
                  </a:extLst>
                </p:cNvPr>
                <p:cNvCxnSpPr/>
                <p:nvPr/>
              </p:nvCxnSpPr>
              <p:spPr>
                <a:xfrm>
                  <a:off x="3934951" y="5609561"/>
                  <a:ext cx="247772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DC85C644-1835-4C9C-9FF4-F28F7327BB69}"/>
                    </a:ext>
                  </a:extLst>
                </p:cNvPr>
                <p:cNvCxnSpPr>
                  <a:cxnSpLocks/>
                </p:cNvCxnSpPr>
                <p:nvPr/>
              </p:nvCxnSpPr>
              <p:spPr>
                <a:xfrm>
                  <a:off x="6415035" y="4789478"/>
                  <a:ext cx="0" cy="83125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CuadroTexto 19">
                <a:extLst>
                  <a:ext uri="{FF2B5EF4-FFF2-40B4-BE49-F238E27FC236}">
                    <a16:creationId xmlns:a16="http://schemas.microsoft.com/office/drawing/2014/main" id="{5A80892C-E7D7-4C03-9700-F2521F1D590D}"/>
                  </a:ext>
                </a:extLst>
              </p:cNvPr>
              <p:cNvSpPr txBox="1"/>
              <p:nvPr/>
            </p:nvSpPr>
            <p:spPr>
              <a:xfrm>
                <a:off x="9197935" y="4539455"/>
                <a:ext cx="1002052" cy="572851"/>
              </a:xfrm>
              <a:prstGeom prst="rect">
                <a:avLst/>
              </a:prstGeom>
              <a:noFill/>
            </p:spPr>
            <p:txBody>
              <a:bodyPr wrap="square" rtlCol="0">
                <a:spAutoFit/>
              </a:bodyPr>
              <a:lstStyle/>
              <a:p>
                <a:pPr algn="ctr"/>
                <a:r>
                  <a:rPr lang="es-CO" b="1" dirty="0"/>
                  <a:t>Block</a:t>
                </a:r>
              </a:p>
            </p:txBody>
          </p:sp>
        </p:grpSp>
        <p:cxnSp>
          <p:nvCxnSpPr>
            <p:cNvPr id="15" name="Conector: angular 14">
              <a:extLst>
                <a:ext uri="{FF2B5EF4-FFF2-40B4-BE49-F238E27FC236}">
                  <a16:creationId xmlns:a16="http://schemas.microsoft.com/office/drawing/2014/main" id="{B88EEDF2-98AD-4628-BECF-F56C8144FC9C}"/>
                </a:ext>
              </a:extLst>
            </p:cNvPr>
            <p:cNvCxnSpPr>
              <a:cxnSpLocks/>
              <a:stCxn id="29" idx="3"/>
            </p:cNvCxnSpPr>
            <p:nvPr/>
          </p:nvCxnSpPr>
          <p:spPr>
            <a:xfrm flipH="1">
              <a:off x="10705511" y="3468318"/>
              <a:ext cx="765332" cy="2063657"/>
            </a:xfrm>
            <a:prstGeom prst="bentConnector4">
              <a:avLst>
                <a:gd name="adj1" fmla="val -38080"/>
                <a:gd name="adj2" fmla="val 10009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6" name="Grupo 15">
              <a:extLst>
                <a:ext uri="{FF2B5EF4-FFF2-40B4-BE49-F238E27FC236}">
                  <a16:creationId xmlns:a16="http://schemas.microsoft.com/office/drawing/2014/main" id="{1500F316-3345-4400-B2E4-A806E4252C31}"/>
                </a:ext>
              </a:extLst>
            </p:cNvPr>
            <p:cNvGrpSpPr/>
            <p:nvPr/>
          </p:nvGrpSpPr>
          <p:grpSpPr>
            <a:xfrm>
              <a:off x="6212401" y="3478226"/>
              <a:ext cx="2179556" cy="2053746"/>
              <a:chOff x="5610263" y="3233123"/>
              <a:chExt cx="2179556" cy="2053746"/>
            </a:xfrm>
          </p:grpSpPr>
          <p:cxnSp>
            <p:nvCxnSpPr>
              <p:cNvPr id="17" name="Conector: angular 16">
                <a:extLst>
                  <a:ext uri="{FF2B5EF4-FFF2-40B4-BE49-F238E27FC236}">
                    <a16:creationId xmlns:a16="http://schemas.microsoft.com/office/drawing/2014/main" id="{65507C07-800B-497F-A973-E5143895CFAC}"/>
                  </a:ext>
                </a:extLst>
              </p:cNvPr>
              <p:cNvCxnSpPr>
                <a:cxnSpLocks/>
              </p:cNvCxnSpPr>
              <p:nvPr/>
            </p:nvCxnSpPr>
            <p:spPr>
              <a:xfrm rot="10800000">
                <a:off x="5610264" y="3233123"/>
                <a:ext cx="2179555" cy="2053746"/>
              </a:xfrm>
              <a:prstGeom prst="bentConnector3">
                <a:avLst>
                  <a:gd name="adj1" fmla="val 10011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B03C4DF6-28C8-4D90-B3B7-5937F311B055}"/>
                  </a:ext>
                </a:extLst>
              </p:cNvPr>
              <p:cNvCxnSpPr/>
              <p:nvPr/>
            </p:nvCxnSpPr>
            <p:spPr>
              <a:xfrm>
                <a:off x="5610263" y="3233123"/>
                <a:ext cx="8204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36" name="CuadroTexto 35">
            <a:extLst>
              <a:ext uri="{FF2B5EF4-FFF2-40B4-BE49-F238E27FC236}">
                <a16:creationId xmlns:a16="http://schemas.microsoft.com/office/drawing/2014/main" id="{B57509B0-0951-48F6-8B66-1F5603BEFEDF}"/>
              </a:ext>
            </a:extLst>
          </p:cNvPr>
          <p:cNvSpPr txBox="1"/>
          <p:nvPr/>
        </p:nvSpPr>
        <p:spPr>
          <a:xfrm>
            <a:off x="10926179" y="1363746"/>
            <a:ext cx="685703" cy="369332"/>
          </a:xfrm>
          <a:prstGeom prst="rect">
            <a:avLst/>
          </a:prstGeom>
          <a:noFill/>
        </p:spPr>
        <p:txBody>
          <a:bodyPr wrap="square" rtlCol="0">
            <a:spAutoFit/>
          </a:bodyPr>
          <a:lstStyle/>
          <a:p>
            <a:pPr algn="ctr"/>
            <a:r>
              <a:rPr lang="es-CO" b="1" dirty="0"/>
              <a:t>PCB</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24"/>
          <p:cNvSpPr txBox="1">
            <a:spLocks noGrp="1"/>
          </p:cNvSpPr>
          <p:nvPr>
            <p:ph type="title"/>
          </p:nvPr>
        </p:nvSpPr>
        <p:spPr>
          <a:xfrm>
            <a:off x="352076" y="203553"/>
            <a:ext cx="10515600" cy="1325563"/>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Mecanismos CPU  - Proceso</a:t>
            </a:r>
            <a:endParaRPr dirty="0"/>
          </a:p>
        </p:txBody>
      </p:sp>
      <p:graphicFrame>
        <p:nvGraphicFramePr>
          <p:cNvPr id="295" name="Google Shape;295;p24"/>
          <p:cNvGraphicFramePr/>
          <p:nvPr>
            <p:extLst>
              <p:ext uri="{D42A27DB-BD31-4B8C-83A1-F6EECF244321}">
                <p14:modId xmlns:p14="http://schemas.microsoft.com/office/powerpoint/2010/main" val="3641787629"/>
              </p:ext>
            </p:extLst>
          </p:nvPr>
        </p:nvGraphicFramePr>
        <p:xfrm>
          <a:off x="352076" y="1529116"/>
          <a:ext cx="2674775" cy="1867050"/>
        </p:xfrm>
        <a:graphic>
          <a:graphicData uri="http://schemas.openxmlformats.org/drawingml/2006/table">
            <a:tbl>
              <a:tblPr>
                <a:noFill/>
                <a:tableStyleId>{A3A52A41-BABC-4418-8BB8-58FADEB799A8}</a:tableStyleId>
              </a:tblPr>
              <a:tblGrid>
                <a:gridCol w="2674775">
                  <a:extLst>
                    <a:ext uri="{9D8B030D-6E8A-4147-A177-3AD203B41FA5}">
                      <a16:colId xmlns:a16="http://schemas.microsoft.com/office/drawing/2014/main" val="20000"/>
                    </a:ext>
                  </a:extLst>
                </a:gridCol>
              </a:tblGrid>
              <a:tr h="667525">
                <a:tc>
                  <a:txBody>
                    <a:bodyPr/>
                    <a:lstStyle/>
                    <a:p>
                      <a:pPr marL="0" lvl="0" indent="0" algn="l" rtl="0">
                        <a:spcBef>
                          <a:spcPts val="0"/>
                        </a:spcBef>
                        <a:spcAft>
                          <a:spcPts val="0"/>
                        </a:spcAft>
                        <a:buClr>
                          <a:srgbClr val="000000"/>
                        </a:buClr>
                        <a:buSzPts val="1100"/>
                        <a:buFont typeface="Arial"/>
                        <a:buNone/>
                      </a:pPr>
                      <a:r>
                        <a:rPr lang="es-ES" sz="3000" b="1" dirty="0">
                          <a:solidFill>
                            <a:srgbClr val="0B6937"/>
                          </a:solidFill>
                          <a:latin typeface="Courier New"/>
                          <a:ea typeface="Courier New"/>
                          <a:cs typeface="Courier New"/>
                          <a:sym typeface="Courier New"/>
                        </a:rPr>
                        <a:t>L</a:t>
                      </a:r>
                      <a:r>
                        <a:rPr lang="es-ES" sz="3000" b="1" dirty="0">
                          <a:solidFill>
                            <a:srgbClr val="FF0000"/>
                          </a:solidFill>
                          <a:latin typeface="Courier New"/>
                          <a:ea typeface="Courier New"/>
                          <a:cs typeface="Courier New"/>
                          <a:sym typeface="Courier New"/>
                        </a:rPr>
                        <a:t>imited</a:t>
                      </a:r>
                      <a:endParaRPr sz="3000" dirty="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E599"/>
                    </a:solidFill>
                  </a:tcPr>
                </a:tc>
                <a:extLst>
                  <a:ext uri="{0D108BD9-81ED-4DB2-BD59-A6C34878D82A}">
                    <a16:rowId xmlns:a16="http://schemas.microsoft.com/office/drawing/2014/main" val="10000"/>
                  </a:ext>
                </a:extLst>
              </a:tr>
              <a:tr h="1199525">
                <a:tc>
                  <a:txBody>
                    <a:bodyPr/>
                    <a:lstStyle/>
                    <a:p>
                      <a:pPr marL="0" lvl="0" indent="0" algn="l" rtl="0">
                        <a:spcBef>
                          <a:spcPts val="0"/>
                        </a:spcBef>
                        <a:spcAft>
                          <a:spcPts val="0"/>
                        </a:spcAft>
                        <a:buClr>
                          <a:srgbClr val="000000"/>
                        </a:buClr>
                        <a:buSzPts val="1100"/>
                        <a:buFont typeface="Arial"/>
                        <a:buNone/>
                      </a:pPr>
                      <a:r>
                        <a:rPr lang="es-ES" sz="3000" b="1" dirty="0">
                          <a:solidFill>
                            <a:srgbClr val="0B6937"/>
                          </a:solidFill>
                          <a:latin typeface="Courier New"/>
                          <a:ea typeface="Courier New"/>
                          <a:cs typeface="Courier New"/>
                          <a:sym typeface="Courier New"/>
                        </a:rPr>
                        <a:t>D</a:t>
                      </a:r>
                      <a:r>
                        <a:rPr lang="es-ES" sz="3000" b="1" dirty="0">
                          <a:solidFill>
                            <a:srgbClr val="0000FF"/>
                          </a:solidFill>
                          <a:latin typeface="Courier New"/>
                          <a:ea typeface="Courier New"/>
                          <a:cs typeface="Courier New"/>
                          <a:sym typeface="Courier New"/>
                        </a:rPr>
                        <a:t>irect</a:t>
                      </a:r>
                      <a:r>
                        <a:rPr lang="es-ES" sz="3000" b="1" dirty="0">
                          <a:solidFill>
                            <a:srgbClr val="000000"/>
                          </a:solidFill>
                          <a:latin typeface="Courier New"/>
                          <a:ea typeface="Courier New"/>
                          <a:cs typeface="Courier New"/>
                          <a:sym typeface="Courier New"/>
                        </a:rPr>
                        <a:t> </a:t>
                      </a:r>
                      <a:r>
                        <a:rPr lang="es-ES" sz="3000" b="1" dirty="0">
                          <a:solidFill>
                            <a:srgbClr val="0B6937"/>
                          </a:solidFill>
                          <a:latin typeface="Courier New"/>
                          <a:ea typeface="Courier New"/>
                          <a:cs typeface="Courier New"/>
                          <a:sym typeface="Courier New"/>
                        </a:rPr>
                        <a:t>E</a:t>
                      </a:r>
                      <a:r>
                        <a:rPr lang="es-ES" sz="3000" b="1" dirty="0">
                          <a:solidFill>
                            <a:srgbClr val="0000FF"/>
                          </a:solidFill>
                          <a:latin typeface="Courier New"/>
                          <a:ea typeface="Courier New"/>
                          <a:cs typeface="Courier New"/>
                          <a:sym typeface="Courier New"/>
                        </a:rPr>
                        <a:t>xecution</a:t>
                      </a:r>
                      <a:endParaRPr sz="3000" dirty="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296" name="Google Shape;296;p24"/>
          <p:cNvPicPr preferRelativeResize="0"/>
          <p:nvPr/>
        </p:nvPicPr>
        <p:blipFill>
          <a:blip r:embed="rId3">
            <a:alphaModFix/>
          </a:blip>
          <a:stretch>
            <a:fillRect/>
          </a:stretch>
        </p:blipFill>
        <p:spPr>
          <a:xfrm>
            <a:off x="10732375" y="1629875"/>
            <a:ext cx="664550" cy="1165850"/>
          </a:xfrm>
          <a:prstGeom prst="rect">
            <a:avLst/>
          </a:prstGeom>
          <a:noFill/>
          <a:ln>
            <a:noFill/>
          </a:ln>
        </p:spPr>
      </p:pic>
      <p:pic>
        <p:nvPicPr>
          <p:cNvPr id="297" name="Google Shape;297;p24"/>
          <p:cNvPicPr preferRelativeResize="0"/>
          <p:nvPr/>
        </p:nvPicPr>
        <p:blipFill>
          <a:blip r:embed="rId4">
            <a:alphaModFix/>
          </a:blip>
          <a:stretch>
            <a:fillRect/>
          </a:stretch>
        </p:blipFill>
        <p:spPr>
          <a:xfrm>
            <a:off x="5075950" y="1591325"/>
            <a:ext cx="664550" cy="1096500"/>
          </a:xfrm>
          <a:prstGeom prst="rect">
            <a:avLst/>
          </a:prstGeom>
          <a:noFill/>
          <a:ln>
            <a:noFill/>
          </a:ln>
        </p:spPr>
      </p:pic>
      <p:sp>
        <p:nvSpPr>
          <p:cNvPr id="298" name="Google Shape;298;p24"/>
          <p:cNvSpPr/>
          <p:nvPr/>
        </p:nvSpPr>
        <p:spPr>
          <a:xfrm>
            <a:off x="9045975" y="1584100"/>
            <a:ext cx="1473300" cy="1473300"/>
          </a:xfrm>
          <a:prstGeom prst="ellipse">
            <a:avLst/>
          </a:prstGeom>
          <a:solidFill>
            <a:srgbClr val="D9EAD3"/>
          </a:solidFill>
          <a:ln w="9525" cap="flat" cmpd="sng">
            <a:solidFill>
              <a:srgbClr val="44546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800" b="1">
                <a:latin typeface="Courier New"/>
                <a:ea typeface="Courier New"/>
                <a:cs typeface="Courier New"/>
                <a:sym typeface="Courier New"/>
              </a:rPr>
              <a:t>Kernel</a:t>
            </a:r>
            <a:endParaRPr sz="1800" b="1">
              <a:latin typeface="Courier New"/>
              <a:ea typeface="Courier New"/>
              <a:cs typeface="Courier New"/>
              <a:sym typeface="Courier New"/>
            </a:endParaRPr>
          </a:p>
          <a:p>
            <a:pPr marL="0" lvl="0" indent="0" algn="ctr" rtl="0">
              <a:spcBef>
                <a:spcPts val="0"/>
              </a:spcBef>
              <a:spcAft>
                <a:spcPts val="0"/>
              </a:spcAft>
              <a:buClr>
                <a:srgbClr val="000000"/>
              </a:buClr>
              <a:buSzPts val="1100"/>
              <a:buFont typeface="Arial"/>
              <a:buNone/>
            </a:pPr>
            <a:r>
              <a:rPr lang="es-ES" sz="1100">
                <a:solidFill>
                  <a:srgbClr val="000000"/>
                </a:solidFill>
                <a:latin typeface="Courier New"/>
                <a:ea typeface="Courier New"/>
                <a:cs typeface="Courier New"/>
                <a:sym typeface="Courier New"/>
              </a:rPr>
              <a:t>(mode = 0)</a:t>
            </a:r>
            <a:endParaRPr sz="1800">
              <a:latin typeface="Courier New"/>
              <a:ea typeface="Courier New"/>
              <a:cs typeface="Courier New"/>
              <a:sym typeface="Courier New"/>
            </a:endParaRPr>
          </a:p>
        </p:txBody>
      </p:sp>
      <p:sp>
        <p:nvSpPr>
          <p:cNvPr id="299" name="Google Shape;299;p24"/>
          <p:cNvSpPr/>
          <p:nvPr/>
        </p:nvSpPr>
        <p:spPr>
          <a:xfrm>
            <a:off x="5845475" y="1476150"/>
            <a:ext cx="1473300" cy="1473300"/>
          </a:xfrm>
          <a:prstGeom prst="ellipse">
            <a:avLst/>
          </a:prstGeom>
          <a:solidFill>
            <a:srgbClr val="F4CCCC"/>
          </a:solidFill>
          <a:ln w="9525" cap="flat" cmpd="sng">
            <a:solidFill>
              <a:srgbClr val="44546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800" b="1">
                <a:latin typeface="Courier New"/>
                <a:ea typeface="Courier New"/>
                <a:cs typeface="Courier New"/>
                <a:sym typeface="Courier New"/>
              </a:rPr>
              <a:t>User</a:t>
            </a:r>
            <a:endParaRPr sz="1800" b="1">
              <a:latin typeface="Courier New"/>
              <a:ea typeface="Courier New"/>
              <a:cs typeface="Courier New"/>
              <a:sym typeface="Courier New"/>
            </a:endParaRPr>
          </a:p>
          <a:p>
            <a:pPr marL="0" lvl="0" indent="0" algn="ctr" rtl="0">
              <a:spcBef>
                <a:spcPts val="0"/>
              </a:spcBef>
              <a:spcAft>
                <a:spcPts val="0"/>
              </a:spcAft>
              <a:buNone/>
            </a:pPr>
            <a:r>
              <a:rPr lang="es-ES" sz="1100">
                <a:latin typeface="Courier New"/>
                <a:ea typeface="Courier New"/>
                <a:cs typeface="Courier New"/>
                <a:sym typeface="Courier New"/>
              </a:rPr>
              <a:t>(mode = 1)</a:t>
            </a:r>
            <a:endParaRPr sz="1100">
              <a:latin typeface="Courier New"/>
              <a:ea typeface="Courier New"/>
              <a:cs typeface="Courier New"/>
              <a:sym typeface="Courier New"/>
            </a:endParaRPr>
          </a:p>
        </p:txBody>
      </p:sp>
      <p:cxnSp>
        <p:nvCxnSpPr>
          <p:cNvPr id="300" name="Google Shape;300;p24"/>
          <p:cNvCxnSpPr>
            <a:stCxn id="299" idx="0"/>
            <a:endCxn id="298" idx="0"/>
          </p:cNvCxnSpPr>
          <p:nvPr/>
        </p:nvCxnSpPr>
        <p:spPr>
          <a:xfrm rot="-5400000" flipH="1">
            <a:off x="8128325" y="-70050"/>
            <a:ext cx="108000" cy="3200400"/>
          </a:xfrm>
          <a:prstGeom prst="curvedConnector3">
            <a:avLst>
              <a:gd name="adj1" fmla="val -220486"/>
            </a:avLst>
          </a:prstGeom>
          <a:noFill/>
          <a:ln w="19050" cap="flat" cmpd="sng">
            <a:solidFill>
              <a:srgbClr val="44546A"/>
            </a:solidFill>
            <a:prstDash val="solid"/>
            <a:round/>
            <a:headEnd type="none" w="med" len="med"/>
            <a:tailEnd type="triangle" w="med" len="med"/>
          </a:ln>
        </p:spPr>
      </p:cxnSp>
      <p:cxnSp>
        <p:nvCxnSpPr>
          <p:cNvPr id="301" name="Google Shape;301;p24"/>
          <p:cNvCxnSpPr>
            <a:stCxn id="298" idx="4"/>
            <a:endCxn id="299" idx="4"/>
          </p:cNvCxnSpPr>
          <p:nvPr/>
        </p:nvCxnSpPr>
        <p:spPr>
          <a:xfrm rot="5400000" flipH="1">
            <a:off x="8128425" y="1403200"/>
            <a:ext cx="108000" cy="3200400"/>
          </a:xfrm>
          <a:prstGeom prst="curvedConnector3">
            <a:avLst>
              <a:gd name="adj1" fmla="val -220486"/>
            </a:avLst>
          </a:prstGeom>
          <a:noFill/>
          <a:ln w="19050" cap="flat" cmpd="sng">
            <a:solidFill>
              <a:srgbClr val="44546A"/>
            </a:solidFill>
            <a:prstDash val="solid"/>
            <a:round/>
            <a:headEnd type="none" w="med" len="med"/>
            <a:tailEnd type="triangle" w="med" len="med"/>
          </a:ln>
        </p:spPr>
      </p:cxnSp>
      <p:sp>
        <p:nvSpPr>
          <p:cNvPr id="302" name="Google Shape;302;p24"/>
          <p:cNvSpPr txBox="1"/>
          <p:nvPr/>
        </p:nvSpPr>
        <p:spPr>
          <a:xfrm>
            <a:off x="7667975" y="1136463"/>
            <a:ext cx="9525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600">
                <a:solidFill>
                  <a:srgbClr val="70AD47"/>
                </a:solidFill>
                <a:latin typeface="Courier New"/>
                <a:ea typeface="Courier New"/>
                <a:cs typeface="Courier New"/>
                <a:sym typeface="Courier New"/>
              </a:rPr>
              <a:t>trap</a:t>
            </a:r>
            <a:endParaRPr sz="1600">
              <a:solidFill>
                <a:srgbClr val="70AD47"/>
              </a:solidFill>
              <a:latin typeface="Courier New"/>
              <a:ea typeface="Courier New"/>
              <a:cs typeface="Courier New"/>
              <a:sym typeface="Courier New"/>
            </a:endParaRPr>
          </a:p>
        </p:txBody>
      </p:sp>
      <p:sp>
        <p:nvSpPr>
          <p:cNvPr id="303" name="Google Shape;303;p24"/>
          <p:cNvSpPr txBox="1"/>
          <p:nvPr/>
        </p:nvSpPr>
        <p:spPr>
          <a:xfrm>
            <a:off x="7318775" y="2664625"/>
            <a:ext cx="16509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600" dirty="0">
                <a:solidFill>
                  <a:srgbClr val="FF0000"/>
                </a:solidFill>
                <a:latin typeface="Courier New"/>
                <a:ea typeface="Courier New"/>
                <a:cs typeface="Courier New"/>
                <a:sym typeface="Courier New"/>
              </a:rPr>
              <a:t>return </a:t>
            </a:r>
            <a:r>
              <a:rPr lang="es-ES" sz="1600" dirty="0" err="1">
                <a:solidFill>
                  <a:srgbClr val="FF0000"/>
                </a:solidFill>
                <a:latin typeface="Courier New"/>
                <a:ea typeface="Courier New"/>
                <a:cs typeface="Courier New"/>
                <a:sym typeface="Courier New"/>
              </a:rPr>
              <a:t>from</a:t>
            </a:r>
            <a:r>
              <a:rPr lang="es-ES" sz="1600" dirty="0">
                <a:solidFill>
                  <a:srgbClr val="FF0000"/>
                </a:solidFill>
                <a:latin typeface="Courier New"/>
                <a:ea typeface="Courier New"/>
                <a:cs typeface="Courier New"/>
                <a:sym typeface="Courier New"/>
              </a:rPr>
              <a:t> </a:t>
            </a:r>
            <a:r>
              <a:rPr lang="es-ES" sz="1600" dirty="0" err="1">
                <a:solidFill>
                  <a:srgbClr val="FF0000"/>
                </a:solidFill>
                <a:latin typeface="Courier New"/>
                <a:ea typeface="Courier New"/>
                <a:cs typeface="Courier New"/>
                <a:sym typeface="Courier New"/>
              </a:rPr>
              <a:t>trap</a:t>
            </a:r>
            <a:endParaRPr sz="1600" dirty="0">
              <a:solidFill>
                <a:srgbClr val="FF0000"/>
              </a:solidFill>
              <a:latin typeface="Courier New"/>
              <a:ea typeface="Courier New"/>
              <a:cs typeface="Courier New"/>
              <a:sym typeface="Courier New"/>
            </a:endParaRPr>
          </a:p>
        </p:txBody>
      </p:sp>
      <p:pic>
        <p:nvPicPr>
          <p:cNvPr id="304" name="Google Shape;304;p24"/>
          <p:cNvPicPr preferRelativeResize="0"/>
          <p:nvPr/>
        </p:nvPicPr>
        <p:blipFill>
          <a:blip r:embed="rId5">
            <a:alphaModFix/>
          </a:blip>
          <a:stretch>
            <a:fillRect/>
          </a:stretch>
        </p:blipFill>
        <p:spPr>
          <a:xfrm>
            <a:off x="5052235" y="3677290"/>
            <a:ext cx="6995625" cy="2556108"/>
          </a:xfrm>
          <a:prstGeom prst="rect">
            <a:avLst/>
          </a:prstGeom>
          <a:noFill/>
          <a:ln>
            <a:noFill/>
          </a:ln>
        </p:spPr>
      </p:pic>
      <p:grpSp>
        <p:nvGrpSpPr>
          <p:cNvPr id="16" name="Grupo 15">
            <a:extLst>
              <a:ext uri="{FF2B5EF4-FFF2-40B4-BE49-F238E27FC236}">
                <a16:creationId xmlns:a16="http://schemas.microsoft.com/office/drawing/2014/main" id="{960F74CE-80F3-4C96-B0E8-F01DD54E11D1}"/>
              </a:ext>
            </a:extLst>
          </p:cNvPr>
          <p:cNvGrpSpPr/>
          <p:nvPr/>
        </p:nvGrpSpPr>
        <p:grpSpPr>
          <a:xfrm>
            <a:off x="237506" y="3538976"/>
            <a:ext cx="5018319" cy="2548331"/>
            <a:chOff x="6549054" y="3348136"/>
            <a:chExt cx="5018319" cy="2548331"/>
          </a:xfrm>
        </p:grpSpPr>
        <p:sp>
          <p:nvSpPr>
            <p:cNvPr id="17" name="Google Shape;163;p20">
              <a:extLst>
                <a:ext uri="{FF2B5EF4-FFF2-40B4-BE49-F238E27FC236}">
                  <a16:creationId xmlns:a16="http://schemas.microsoft.com/office/drawing/2014/main" id="{1A97BA29-24A1-43A5-892E-AAE424183245}"/>
                </a:ext>
              </a:extLst>
            </p:cNvPr>
            <p:cNvSpPr txBox="1"/>
            <p:nvPr/>
          </p:nvSpPr>
          <p:spPr>
            <a:xfrm>
              <a:off x="10806873" y="4979733"/>
              <a:ext cx="7605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2000" b="1">
                  <a:latin typeface="Courier New"/>
                  <a:ea typeface="Courier New"/>
                  <a:cs typeface="Courier New"/>
                  <a:sym typeface="Courier New"/>
                </a:rPr>
                <a:t>t</a:t>
              </a:r>
              <a:endParaRPr sz="2000" b="1">
                <a:latin typeface="Courier New"/>
                <a:ea typeface="Courier New"/>
                <a:cs typeface="Courier New"/>
                <a:sym typeface="Courier New"/>
              </a:endParaRPr>
            </a:p>
          </p:txBody>
        </p:sp>
        <p:sp>
          <p:nvSpPr>
            <p:cNvPr id="18" name="Google Shape;165;p20">
              <a:extLst>
                <a:ext uri="{FF2B5EF4-FFF2-40B4-BE49-F238E27FC236}">
                  <a16:creationId xmlns:a16="http://schemas.microsoft.com/office/drawing/2014/main" id="{BFBE0327-333D-4153-9DB1-1BDF30FBAB9D}"/>
                </a:ext>
              </a:extLst>
            </p:cNvPr>
            <p:cNvSpPr/>
            <p:nvPr/>
          </p:nvSpPr>
          <p:spPr>
            <a:xfrm>
              <a:off x="7886558" y="3729374"/>
              <a:ext cx="394800" cy="380650"/>
            </a:xfrm>
            <a:custGeom>
              <a:avLst/>
              <a:gdLst/>
              <a:ahLst/>
              <a:cxnLst/>
              <a:rect l="l" t="t" r="r" b="b"/>
              <a:pathLst>
                <a:path w="15792" h="15226" extrusionOk="0">
                  <a:moveTo>
                    <a:pt x="0" y="15226"/>
                  </a:moveTo>
                  <a:cubicBezTo>
                    <a:pt x="488" y="13081"/>
                    <a:pt x="975" y="4698"/>
                    <a:pt x="2925" y="2358"/>
                  </a:cubicBezTo>
                  <a:cubicBezTo>
                    <a:pt x="4875" y="18"/>
                    <a:pt x="9554" y="-859"/>
                    <a:pt x="11698" y="1188"/>
                  </a:cubicBezTo>
                  <a:cubicBezTo>
                    <a:pt x="13843" y="3235"/>
                    <a:pt x="15110" y="12399"/>
                    <a:pt x="15792" y="14641"/>
                  </a:cubicBezTo>
                </a:path>
              </a:pathLst>
            </a:custGeom>
            <a:noFill/>
            <a:ln w="28575" cap="flat" cmpd="sng">
              <a:solidFill>
                <a:schemeClr val="accent2"/>
              </a:solidFill>
              <a:prstDash val="solid"/>
              <a:round/>
              <a:headEnd type="none" w="med" len="med"/>
              <a:tailEnd type="triangle" w="med" len="med"/>
            </a:ln>
          </p:spPr>
        </p:sp>
        <p:sp>
          <p:nvSpPr>
            <p:cNvPr id="19" name="Google Shape;166;p20">
              <a:extLst>
                <a:ext uri="{FF2B5EF4-FFF2-40B4-BE49-F238E27FC236}">
                  <a16:creationId xmlns:a16="http://schemas.microsoft.com/office/drawing/2014/main" id="{C797A05C-4A9C-4094-867C-0644089A68BA}"/>
                </a:ext>
              </a:extLst>
            </p:cNvPr>
            <p:cNvSpPr/>
            <p:nvPr/>
          </p:nvSpPr>
          <p:spPr>
            <a:xfrm>
              <a:off x="8642074" y="3688979"/>
              <a:ext cx="394800" cy="380650"/>
            </a:xfrm>
            <a:custGeom>
              <a:avLst/>
              <a:gdLst/>
              <a:ahLst/>
              <a:cxnLst/>
              <a:rect l="l" t="t" r="r" b="b"/>
              <a:pathLst>
                <a:path w="15792" h="15226" extrusionOk="0">
                  <a:moveTo>
                    <a:pt x="0" y="15226"/>
                  </a:moveTo>
                  <a:cubicBezTo>
                    <a:pt x="488" y="13081"/>
                    <a:pt x="975" y="4698"/>
                    <a:pt x="2925" y="2358"/>
                  </a:cubicBezTo>
                  <a:cubicBezTo>
                    <a:pt x="4875" y="18"/>
                    <a:pt x="9554" y="-859"/>
                    <a:pt x="11698" y="1188"/>
                  </a:cubicBezTo>
                  <a:cubicBezTo>
                    <a:pt x="13843" y="3235"/>
                    <a:pt x="15110" y="12399"/>
                    <a:pt x="15792" y="14641"/>
                  </a:cubicBezTo>
                </a:path>
              </a:pathLst>
            </a:custGeom>
            <a:noFill/>
            <a:ln w="28575" cap="flat" cmpd="sng">
              <a:solidFill>
                <a:schemeClr val="accent2"/>
              </a:solidFill>
              <a:prstDash val="solid"/>
              <a:round/>
              <a:headEnd type="none" w="med" len="med"/>
              <a:tailEnd type="triangle" w="med" len="med"/>
            </a:ln>
          </p:spPr>
        </p:sp>
        <p:sp>
          <p:nvSpPr>
            <p:cNvPr id="20" name="Google Shape;167;p20">
              <a:extLst>
                <a:ext uri="{FF2B5EF4-FFF2-40B4-BE49-F238E27FC236}">
                  <a16:creationId xmlns:a16="http://schemas.microsoft.com/office/drawing/2014/main" id="{4C4FE3F1-EFD9-44E1-B2C6-0734AC21CB44}"/>
                </a:ext>
              </a:extLst>
            </p:cNvPr>
            <p:cNvSpPr/>
            <p:nvPr/>
          </p:nvSpPr>
          <p:spPr>
            <a:xfrm>
              <a:off x="9450016" y="3679085"/>
              <a:ext cx="394800" cy="380650"/>
            </a:xfrm>
            <a:custGeom>
              <a:avLst/>
              <a:gdLst/>
              <a:ahLst/>
              <a:cxnLst/>
              <a:rect l="l" t="t" r="r" b="b"/>
              <a:pathLst>
                <a:path w="15792" h="15226" extrusionOk="0">
                  <a:moveTo>
                    <a:pt x="0" y="15226"/>
                  </a:moveTo>
                  <a:cubicBezTo>
                    <a:pt x="488" y="13081"/>
                    <a:pt x="975" y="4698"/>
                    <a:pt x="2925" y="2358"/>
                  </a:cubicBezTo>
                  <a:cubicBezTo>
                    <a:pt x="4875" y="18"/>
                    <a:pt x="9554" y="-859"/>
                    <a:pt x="11698" y="1188"/>
                  </a:cubicBezTo>
                  <a:cubicBezTo>
                    <a:pt x="13843" y="3235"/>
                    <a:pt x="15110" y="12399"/>
                    <a:pt x="15792" y="14641"/>
                  </a:cubicBezTo>
                </a:path>
              </a:pathLst>
            </a:custGeom>
            <a:noFill/>
            <a:ln w="28575" cap="flat" cmpd="sng">
              <a:solidFill>
                <a:schemeClr val="accent2"/>
              </a:solidFill>
              <a:prstDash val="solid"/>
              <a:round/>
              <a:headEnd type="none" w="med" len="med"/>
              <a:tailEnd type="triangle" w="med" len="med"/>
            </a:ln>
          </p:spPr>
        </p:sp>
        <p:sp>
          <p:nvSpPr>
            <p:cNvPr id="21" name="Google Shape;168;p20">
              <a:extLst>
                <a:ext uri="{FF2B5EF4-FFF2-40B4-BE49-F238E27FC236}">
                  <a16:creationId xmlns:a16="http://schemas.microsoft.com/office/drawing/2014/main" id="{4EA28898-9A96-4FAA-A9D9-7A37C87989DC}"/>
                </a:ext>
              </a:extLst>
            </p:cNvPr>
            <p:cNvSpPr txBox="1"/>
            <p:nvPr/>
          </p:nvSpPr>
          <p:spPr>
            <a:xfrm>
              <a:off x="7806908" y="3371418"/>
              <a:ext cx="5541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600" dirty="0">
                  <a:solidFill>
                    <a:schemeClr val="accent2"/>
                  </a:solidFill>
                  <a:latin typeface="Courier New"/>
                  <a:ea typeface="Courier New"/>
                  <a:cs typeface="Courier New"/>
                  <a:sym typeface="Courier New"/>
                </a:rPr>
                <a:t>CS</a:t>
              </a:r>
              <a:endParaRPr sz="1600" dirty="0">
                <a:solidFill>
                  <a:schemeClr val="accent2"/>
                </a:solidFill>
                <a:latin typeface="Courier New"/>
                <a:ea typeface="Courier New"/>
                <a:cs typeface="Courier New"/>
                <a:sym typeface="Courier New"/>
              </a:endParaRPr>
            </a:p>
          </p:txBody>
        </p:sp>
        <p:sp>
          <p:nvSpPr>
            <p:cNvPr id="22" name="Google Shape;169;p20">
              <a:extLst>
                <a:ext uri="{FF2B5EF4-FFF2-40B4-BE49-F238E27FC236}">
                  <a16:creationId xmlns:a16="http://schemas.microsoft.com/office/drawing/2014/main" id="{E28E9C4E-36F1-49DE-A612-417C8EC727CC}"/>
                </a:ext>
              </a:extLst>
            </p:cNvPr>
            <p:cNvSpPr txBox="1"/>
            <p:nvPr/>
          </p:nvSpPr>
          <p:spPr>
            <a:xfrm>
              <a:off x="8561208" y="3350687"/>
              <a:ext cx="5541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600">
                  <a:solidFill>
                    <a:schemeClr val="accent2"/>
                  </a:solidFill>
                  <a:latin typeface="Courier New"/>
                  <a:ea typeface="Courier New"/>
                  <a:cs typeface="Courier New"/>
                  <a:sym typeface="Courier New"/>
                </a:rPr>
                <a:t>CS</a:t>
              </a:r>
              <a:endParaRPr sz="1600">
                <a:solidFill>
                  <a:schemeClr val="accent2"/>
                </a:solidFill>
                <a:latin typeface="Courier New"/>
                <a:ea typeface="Courier New"/>
                <a:cs typeface="Courier New"/>
                <a:sym typeface="Courier New"/>
              </a:endParaRPr>
            </a:p>
          </p:txBody>
        </p:sp>
        <p:sp>
          <p:nvSpPr>
            <p:cNvPr id="23" name="Google Shape;170;p20">
              <a:extLst>
                <a:ext uri="{FF2B5EF4-FFF2-40B4-BE49-F238E27FC236}">
                  <a16:creationId xmlns:a16="http://schemas.microsoft.com/office/drawing/2014/main" id="{39CFC167-E8A5-4567-9DDD-B13F9FBA9667}"/>
                </a:ext>
              </a:extLst>
            </p:cNvPr>
            <p:cNvSpPr txBox="1"/>
            <p:nvPr/>
          </p:nvSpPr>
          <p:spPr>
            <a:xfrm>
              <a:off x="9370366" y="3348136"/>
              <a:ext cx="5541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600">
                  <a:solidFill>
                    <a:schemeClr val="accent2"/>
                  </a:solidFill>
                  <a:latin typeface="Courier New"/>
                  <a:ea typeface="Courier New"/>
                  <a:cs typeface="Courier New"/>
                  <a:sym typeface="Courier New"/>
                </a:rPr>
                <a:t>CS</a:t>
              </a:r>
              <a:endParaRPr sz="1600">
                <a:solidFill>
                  <a:schemeClr val="accent2"/>
                </a:solidFill>
                <a:latin typeface="Courier New"/>
                <a:ea typeface="Courier New"/>
                <a:cs typeface="Courier New"/>
                <a:sym typeface="Courier New"/>
              </a:endParaRPr>
            </a:p>
          </p:txBody>
        </p:sp>
        <p:pic>
          <p:nvPicPr>
            <p:cNvPr id="24" name="Google Shape;309;p30">
              <a:extLst>
                <a:ext uri="{FF2B5EF4-FFF2-40B4-BE49-F238E27FC236}">
                  <a16:creationId xmlns:a16="http://schemas.microsoft.com/office/drawing/2014/main" id="{90AD1747-92E0-4F3D-8426-6DC0A32F8795}"/>
                </a:ext>
              </a:extLst>
            </p:cNvPr>
            <p:cNvPicPr preferRelativeResize="0"/>
            <p:nvPr/>
          </p:nvPicPr>
          <p:blipFill>
            <a:blip r:embed="rId6">
              <a:alphaModFix/>
            </a:blip>
            <a:stretch>
              <a:fillRect/>
            </a:stretch>
          </p:blipFill>
          <p:spPr>
            <a:xfrm>
              <a:off x="6656903" y="4266850"/>
              <a:ext cx="570560" cy="539400"/>
            </a:xfrm>
            <a:prstGeom prst="rect">
              <a:avLst/>
            </a:prstGeom>
            <a:noFill/>
            <a:ln>
              <a:noFill/>
            </a:ln>
          </p:spPr>
        </p:pic>
        <p:sp>
          <p:nvSpPr>
            <p:cNvPr id="25" name="Rectángulo 24">
              <a:extLst>
                <a:ext uri="{FF2B5EF4-FFF2-40B4-BE49-F238E27FC236}">
                  <a16:creationId xmlns:a16="http://schemas.microsoft.com/office/drawing/2014/main" id="{5D5367E7-DB2E-4BF2-B6F2-E4928E7F9EE8}"/>
                </a:ext>
              </a:extLst>
            </p:cNvPr>
            <p:cNvSpPr/>
            <p:nvPr/>
          </p:nvSpPr>
          <p:spPr>
            <a:xfrm>
              <a:off x="8041667" y="4995652"/>
              <a:ext cx="102207" cy="85217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endParaRPr>
            </a:p>
          </p:txBody>
        </p:sp>
        <p:sp>
          <p:nvSpPr>
            <p:cNvPr id="26" name="Rectángulo 25">
              <a:extLst>
                <a:ext uri="{FF2B5EF4-FFF2-40B4-BE49-F238E27FC236}">
                  <a16:creationId xmlns:a16="http://schemas.microsoft.com/office/drawing/2014/main" id="{98DBF5F6-449B-4CAB-A9BC-5A30828E3053}"/>
                </a:ext>
              </a:extLst>
            </p:cNvPr>
            <p:cNvSpPr/>
            <p:nvPr/>
          </p:nvSpPr>
          <p:spPr>
            <a:xfrm>
              <a:off x="7365393" y="4143482"/>
              <a:ext cx="676275" cy="852170"/>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700" dirty="0">
                  <a:solidFill>
                    <a:schemeClr val="tx1"/>
                  </a:solidFill>
                  <a:latin typeface="Consolas" panose="020B0609020204030204" pitchFamily="49" charset="0"/>
                </a:rPr>
                <a:t>P1</a:t>
              </a:r>
            </a:p>
          </p:txBody>
        </p:sp>
        <p:sp>
          <p:nvSpPr>
            <p:cNvPr id="27" name="Rectángulo 26">
              <a:extLst>
                <a:ext uri="{FF2B5EF4-FFF2-40B4-BE49-F238E27FC236}">
                  <a16:creationId xmlns:a16="http://schemas.microsoft.com/office/drawing/2014/main" id="{384B5111-CB36-44A2-9B37-63997E0AA6CE}"/>
                </a:ext>
              </a:extLst>
            </p:cNvPr>
            <p:cNvSpPr/>
            <p:nvPr/>
          </p:nvSpPr>
          <p:spPr>
            <a:xfrm>
              <a:off x="8143776" y="4143482"/>
              <a:ext cx="676275" cy="852170"/>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700" dirty="0">
                  <a:solidFill>
                    <a:schemeClr val="tx1"/>
                  </a:solidFill>
                  <a:latin typeface="Consolas" panose="020B0609020204030204" pitchFamily="49" charset="0"/>
                </a:rPr>
                <a:t>P2</a:t>
              </a:r>
            </a:p>
          </p:txBody>
        </p:sp>
        <p:sp>
          <p:nvSpPr>
            <p:cNvPr id="28" name="Rectángulo 27">
              <a:extLst>
                <a:ext uri="{FF2B5EF4-FFF2-40B4-BE49-F238E27FC236}">
                  <a16:creationId xmlns:a16="http://schemas.microsoft.com/office/drawing/2014/main" id="{BD369A1B-1014-461D-881E-A8991C2A5D70}"/>
                </a:ext>
              </a:extLst>
            </p:cNvPr>
            <p:cNvSpPr/>
            <p:nvPr/>
          </p:nvSpPr>
          <p:spPr>
            <a:xfrm>
              <a:off x="8929803" y="4143482"/>
              <a:ext cx="676275" cy="852170"/>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700" dirty="0">
                  <a:solidFill>
                    <a:schemeClr val="tx1"/>
                  </a:solidFill>
                  <a:latin typeface="Consolas" panose="020B0609020204030204" pitchFamily="49" charset="0"/>
                </a:rPr>
                <a:t>P1</a:t>
              </a:r>
            </a:p>
          </p:txBody>
        </p:sp>
        <p:sp>
          <p:nvSpPr>
            <p:cNvPr id="29" name="Rectángulo 28">
              <a:extLst>
                <a:ext uri="{FF2B5EF4-FFF2-40B4-BE49-F238E27FC236}">
                  <a16:creationId xmlns:a16="http://schemas.microsoft.com/office/drawing/2014/main" id="{8FA1BABC-4330-431C-8FD5-6382917BCD4A}"/>
                </a:ext>
              </a:extLst>
            </p:cNvPr>
            <p:cNvSpPr/>
            <p:nvPr/>
          </p:nvSpPr>
          <p:spPr>
            <a:xfrm>
              <a:off x="9708186" y="4143482"/>
              <a:ext cx="676275" cy="852170"/>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700" dirty="0">
                  <a:solidFill>
                    <a:schemeClr val="tx1"/>
                  </a:solidFill>
                  <a:latin typeface="Consolas" panose="020B0609020204030204" pitchFamily="49" charset="0"/>
                </a:rPr>
                <a:t>P2</a:t>
              </a:r>
            </a:p>
          </p:txBody>
        </p:sp>
        <p:sp>
          <p:nvSpPr>
            <p:cNvPr id="30" name="Rectángulo 29">
              <a:extLst>
                <a:ext uri="{FF2B5EF4-FFF2-40B4-BE49-F238E27FC236}">
                  <a16:creationId xmlns:a16="http://schemas.microsoft.com/office/drawing/2014/main" id="{4AEC3B05-E0E2-4AA8-81E0-7CE78BE6E4E1}"/>
                </a:ext>
              </a:extLst>
            </p:cNvPr>
            <p:cNvSpPr/>
            <p:nvPr/>
          </p:nvSpPr>
          <p:spPr>
            <a:xfrm>
              <a:off x="8821403" y="4995652"/>
              <a:ext cx="102207" cy="85217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endParaRPr>
            </a:p>
          </p:txBody>
        </p:sp>
        <p:sp>
          <p:nvSpPr>
            <p:cNvPr id="31" name="Rectángulo 30">
              <a:extLst>
                <a:ext uri="{FF2B5EF4-FFF2-40B4-BE49-F238E27FC236}">
                  <a16:creationId xmlns:a16="http://schemas.microsoft.com/office/drawing/2014/main" id="{E1AC57DD-DC9F-409C-A52C-F3F654B3F6E2}"/>
                </a:ext>
              </a:extLst>
            </p:cNvPr>
            <p:cNvSpPr/>
            <p:nvPr/>
          </p:nvSpPr>
          <p:spPr>
            <a:xfrm>
              <a:off x="9606794" y="4995652"/>
              <a:ext cx="102207" cy="85217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endParaRPr>
            </a:p>
          </p:txBody>
        </p:sp>
        <p:cxnSp>
          <p:nvCxnSpPr>
            <p:cNvPr id="32" name="Google Shape;161;p20">
              <a:extLst>
                <a:ext uri="{FF2B5EF4-FFF2-40B4-BE49-F238E27FC236}">
                  <a16:creationId xmlns:a16="http://schemas.microsoft.com/office/drawing/2014/main" id="{EF063F08-7466-470E-AA91-4177E31EF45B}"/>
                </a:ext>
              </a:extLst>
            </p:cNvPr>
            <p:cNvCxnSpPr/>
            <p:nvPr/>
          </p:nvCxnSpPr>
          <p:spPr>
            <a:xfrm>
              <a:off x="7358483" y="3878152"/>
              <a:ext cx="4005300" cy="1117500"/>
            </a:xfrm>
            <a:prstGeom prst="bentConnector3">
              <a:avLst>
                <a:gd name="adj1" fmla="val 0"/>
              </a:avLst>
            </a:prstGeom>
            <a:noFill/>
            <a:ln w="19050" cap="flat" cmpd="sng">
              <a:solidFill>
                <a:schemeClr val="dk1"/>
              </a:solidFill>
              <a:prstDash val="solid"/>
              <a:round/>
              <a:headEnd type="triangle" w="med" len="med"/>
              <a:tailEnd type="triangle" w="med" len="med"/>
            </a:ln>
          </p:spPr>
        </p:cxnSp>
        <p:sp>
          <p:nvSpPr>
            <p:cNvPr id="33" name="Rectángulo 32">
              <a:extLst>
                <a:ext uri="{FF2B5EF4-FFF2-40B4-BE49-F238E27FC236}">
                  <a16:creationId xmlns:a16="http://schemas.microsoft.com/office/drawing/2014/main" id="{AAAEBA92-26B0-42BE-891E-17519BD158F9}"/>
                </a:ext>
              </a:extLst>
            </p:cNvPr>
            <p:cNvSpPr/>
            <p:nvPr/>
          </p:nvSpPr>
          <p:spPr>
            <a:xfrm>
              <a:off x="10454590" y="4266850"/>
              <a:ext cx="579113" cy="5917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700" dirty="0">
                  <a:solidFill>
                    <a:schemeClr val="tx1"/>
                  </a:solidFill>
                  <a:latin typeface="Consolas" panose="020B0609020204030204" pitchFamily="49" charset="0"/>
                </a:rPr>
                <a:t>...</a:t>
              </a:r>
            </a:p>
          </p:txBody>
        </p:sp>
        <p:pic>
          <p:nvPicPr>
            <p:cNvPr id="34" name="Google Shape;174;p20">
              <a:extLst>
                <a:ext uri="{FF2B5EF4-FFF2-40B4-BE49-F238E27FC236}">
                  <a16:creationId xmlns:a16="http://schemas.microsoft.com/office/drawing/2014/main" id="{9DAFCEF8-C7AD-413D-81EE-7A51F6E8DB5E}"/>
                </a:ext>
              </a:extLst>
            </p:cNvPr>
            <p:cNvPicPr preferRelativeResize="0"/>
            <p:nvPr/>
          </p:nvPicPr>
          <p:blipFill>
            <a:blip r:embed="rId7">
              <a:alphaModFix/>
            </a:blip>
            <a:stretch>
              <a:fillRect/>
            </a:stretch>
          </p:blipFill>
          <p:spPr>
            <a:xfrm>
              <a:off x="6549054" y="5061136"/>
              <a:ext cx="856816" cy="835331"/>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25"/>
          <p:cNvSpPr txBox="1">
            <a:spLocks noGrp="1"/>
          </p:cNvSpPr>
          <p:nvPr>
            <p:ph type="title"/>
          </p:nvPr>
        </p:nvSpPr>
        <p:spPr>
          <a:xfrm>
            <a:off x="615600" y="326526"/>
            <a:ext cx="10515600" cy="951112"/>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Políticas CPU - Proceso</a:t>
            </a:r>
            <a:endParaRPr dirty="0"/>
          </a:p>
        </p:txBody>
      </p:sp>
      <p:pic>
        <p:nvPicPr>
          <p:cNvPr id="313" name="Google Shape;313;p25"/>
          <p:cNvPicPr preferRelativeResize="0"/>
          <p:nvPr/>
        </p:nvPicPr>
        <p:blipFill>
          <a:blip r:embed="rId3">
            <a:alphaModFix/>
          </a:blip>
          <a:stretch>
            <a:fillRect/>
          </a:stretch>
        </p:blipFill>
        <p:spPr>
          <a:xfrm>
            <a:off x="798342" y="4149947"/>
            <a:ext cx="1616025" cy="1611250"/>
          </a:xfrm>
          <a:prstGeom prst="rect">
            <a:avLst/>
          </a:prstGeom>
          <a:noFill/>
          <a:ln>
            <a:noFill/>
          </a:ln>
        </p:spPr>
      </p:pic>
      <p:pic>
        <p:nvPicPr>
          <p:cNvPr id="314" name="Google Shape;314;p25"/>
          <p:cNvPicPr preferRelativeResize="0"/>
          <p:nvPr/>
        </p:nvPicPr>
        <p:blipFill>
          <a:blip r:embed="rId4">
            <a:alphaModFix/>
          </a:blip>
          <a:stretch>
            <a:fillRect/>
          </a:stretch>
        </p:blipFill>
        <p:spPr>
          <a:xfrm>
            <a:off x="1322452" y="3288308"/>
            <a:ext cx="731100" cy="646087"/>
          </a:xfrm>
          <a:prstGeom prst="rect">
            <a:avLst/>
          </a:prstGeom>
          <a:noFill/>
          <a:ln>
            <a:noFill/>
          </a:ln>
        </p:spPr>
      </p:pic>
      <p:sp>
        <p:nvSpPr>
          <p:cNvPr id="315" name="Google Shape;315;p25"/>
          <p:cNvSpPr/>
          <p:nvPr/>
        </p:nvSpPr>
        <p:spPr>
          <a:xfrm>
            <a:off x="2216350" y="2116852"/>
            <a:ext cx="258300" cy="2832300"/>
          </a:xfrm>
          <a:prstGeom prst="leftBrace">
            <a:avLst>
              <a:gd name="adj1" fmla="val 39904"/>
              <a:gd name="adj2" fmla="val 49856"/>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5"/>
          <p:cNvSpPr/>
          <p:nvPr/>
        </p:nvSpPr>
        <p:spPr>
          <a:xfrm>
            <a:off x="2474650" y="2258488"/>
            <a:ext cx="1066800" cy="431100"/>
          </a:xfrm>
          <a:prstGeom prst="roundRect">
            <a:avLst>
              <a:gd name="adj" fmla="val 16667"/>
            </a:avLst>
          </a:prstGeom>
          <a:solidFill>
            <a:srgbClr val="A4C2F4"/>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s-ES" sz="2600" b="1">
                <a:solidFill>
                  <a:schemeClr val="accent2"/>
                </a:solidFill>
                <a:latin typeface="Courier New"/>
                <a:ea typeface="Courier New"/>
                <a:cs typeface="Courier New"/>
                <a:sym typeface="Courier New"/>
              </a:rPr>
              <a:t>FCFS</a:t>
            </a:r>
            <a:r>
              <a:rPr lang="es-ES" sz="2600" b="1">
                <a:latin typeface="Courier New"/>
                <a:ea typeface="Courier New"/>
                <a:cs typeface="Courier New"/>
                <a:sym typeface="Courier New"/>
              </a:rPr>
              <a:t> </a:t>
            </a:r>
            <a:endParaRPr sz="2600" b="1">
              <a:latin typeface="Courier New"/>
              <a:ea typeface="Courier New"/>
              <a:cs typeface="Courier New"/>
              <a:sym typeface="Courier New"/>
            </a:endParaRPr>
          </a:p>
        </p:txBody>
      </p:sp>
      <p:sp>
        <p:nvSpPr>
          <p:cNvPr id="317" name="Google Shape;317;p25"/>
          <p:cNvSpPr/>
          <p:nvPr/>
        </p:nvSpPr>
        <p:spPr>
          <a:xfrm>
            <a:off x="2487975" y="2964463"/>
            <a:ext cx="1066800" cy="431100"/>
          </a:xfrm>
          <a:prstGeom prst="roundRect">
            <a:avLst>
              <a:gd name="adj" fmla="val 16667"/>
            </a:avLst>
          </a:prstGeom>
          <a:solidFill>
            <a:srgbClr val="A4C2F4"/>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s-ES" sz="2600" b="1">
                <a:solidFill>
                  <a:schemeClr val="accent2"/>
                </a:solidFill>
                <a:latin typeface="Courier New"/>
                <a:ea typeface="Courier New"/>
                <a:cs typeface="Courier New"/>
                <a:sym typeface="Courier New"/>
              </a:rPr>
              <a:t>SJF</a:t>
            </a:r>
            <a:r>
              <a:rPr lang="es-ES" sz="2600" b="1">
                <a:latin typeface="Courier New"/>
                <a:ea typeface="Courier New"/>
                <a:cs typeface="Courier New"/>
                <a:sym typeface="Courier New"/>
              </a:rPr>
              <a:t> </a:t>
            </a:r>
            <a:endParaRPr sz="2600" b="1">
              <a:latin typeface="Courier New"/>
              <a:ea typeface="Courier New"/>
              <a:cs typeface="Courier New"/>
              <a:sym typeface="Courier New"/>
            </a:endParaRPr>
          </a:p>
        </p:txBody>
      </p:sp>
      <p:sp>
        <p:nvSpPr>
          <p:cNvPr id="318" name="Google Shape;318;p25"/>
          <p:cNvSpPr/>
          <p:nvPr/>
        </p:nvSpPr>
        <p:spPr>
          <a:xfrm>
            <a:off x="2487975" y="3670438"/>
            <a:ext cx="1066800" cy="431100"/>
          </a:xfrm>
          <a:prstGeom prst="roundRect">
            <a:avLst>
              <a:gd name="adj" fmla="val 16667"/>
            </a:avLst>
          </a:prstGeom>
          <a:solidFill>
            <a:srgbClr val="A4C2F4"/>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s-ES" sz="2600" b="1">
                <a:solidFill>
                  <a:schemeClr val="accent2"/>
                </a:solidFill>
                <a:latin typeface="Courier New"/>
                <a:ea typeface="Courier New"/>
                <a:cs typeface="Courier New"/>
                <a:sym typeface="Courier New"/>
              </a:rPr>
              <a:t>STCF</a:t>
            </a:r>
            <a:r>
              <a:rPr lang="es-ES" sz="2600" b="1">
                <a:latin typeface="Courier New"/>
                <a:ea typeface="Courier New"/>
                <a:cs typeface="Courier New"/>
                <a:sym typeface="Courier New"/>
              </a:rPr>
              <a:t> </a:t>
            </a:r>
            <a:endParaRPr sz="2600" b="1">
              <a:latin typeface="Courier New"/>
              <a:ea typeface="Courier New"/>
              <a:cs typeface="Courier New"/>
              <a:sym typeface="Courier New"/>
            </a:endParaRPr>
          </a:p>
        </p:txBody>
      </p:sp>
      <p:sp>
        <p:nvSpPr>
          <p:cNvPr id="319" name="Google Shape;319;p25"/>
          <p:cNvSpPr/>
          <p:nvPr/>
        </p:nvSpPr>
        <p:spPr>
          <a:xfrm>
            <a:off x="2474650" y="4376413"/>
            <a:ext cx="1066800" cy="431100"/>
          </a:xfrm>
          <a:prstGeom prst="roundRect">
            <a:avLst>
              <a:gd name="adj" fmla="val 16667"/>
            </a:avLst>
          </a:prstGeom>
          <a:solidFill>
            <a:srgbClr val="A4C2F4"/>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s-ES" sz="2600" b="1">
                <a:solidFill>
                  <a:schemeClr val="accent2"/>
                </a:solidFill>
                <a:latin typeface="Courier New"/>
                <a:ea typeface="Courier New"/>
                <a:cs typeface="Courier New"/>
                <a:sym typeface="Courier New"/>
              </a:rPr>
              <a:t>RR</a:t>
            </a:r>
            <a:r>
              <a:rPr lang="es-ES" sz="2600" b="1">
                <a:latin typeface="Courier New"/>
                <a:ea typeface="Courier New"/>
                <a:cs typeface="Courier New"/>
                <a:sym typeface="Courier New"/>
              </a:rPr>
              <a:t> </a:t>
            </a:r>
            <a:endParaRPr sz="2600" b="1">
              <a:latin typeface="Courier New"/>
              <a:ea typeface="Courier New"/>
              <a:cs typeface="Courier New"/>
              <a:sym typeface="Courier New"/>
            </a:endParaRPr>
          </a:p>
        </p:txBody>
      </p:sp>
      <p:grpSp>
        <p:nvGrpSpPr>
          <p:cNvPr id="320" name="Google Shape;320;p25"/>
          <p:cNvGrpSpPr/>
          <p:nvPr/>
        </p:nvGrpSpPr>
        <p:grpSpPr>
          <a:xfrm>
            <a:off x="7915050" y="2713923"/>
            <a:ext cx="2980850" cy="2344150"/>
            <a:chOff x="8761000" y="1591973"/>
            <a:chExt cx="2980850" cy="2344150"/>
          </a:xfrm>
        </p:grpSpPr>
        <p:grpSp>
          <p:nvGrpSpPr>
            <p:cNvPr id="321" name="Google Shape;321;p25"/>
            <p:cNvGrpSpPr/>
            <p:nvPr/>
          </p:nvGrpSpPr>
          <p:grpSpPr>
            <a:xfrm>
              <a:off x="8761000" y="1612288"/>
              <a:ext cx="749400" cy="2281950"/>
              <a:chOff x="8520500" y="1282075"/>
              <a:chExt cx="749400" cy="2281950"/>
            </a:xfrm>
          </p:grpSpPr>
          <p:sp>
            <p:nvSpPr>
              <p:cNvPr id="322" name="Google Shape;322;p25"/>
              <p:cNvSpPr txBox="1"/>
              <p:nvPr/>
            </p:nvSpPr>
            <p:spPr>
              <a:xfrm>
                <a:off x="8582450" y="1282075"/>
                <a:ext cx="6255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2400" b="1">
                    <a:latin typeface="Courier New"/>
                    <a:ea typeface="Courier New"/>
                    <a:cs typeface="Courier New"/>
                    <a:sym typeface="Courier New"/>
                  </a:rPr>
                  <a:t>Q3</a:t>
                </a:r>
                <a:endParaRPr sz="2400" b="1">
                  <a:latin typeface="Courier New"/>
                  <a:ea typeface="Courier New"/>
                  <a:cs typeface="Courier New"/>
                  <a:sym typeface="Courier New"/>
                </a:endParaRPr>
              </a:p>
            </p:txBody>
          </p:sp>
          <p:sp>
            <p:nvSpPr>
              <p:cNvPr id="323" name="Google Shape;323;p25"/>
              <p:cNvSpPr txBox="1"/>
              <p:nvPr/>
            </p:nvSpPr>
            <p:spPr>
              <a:xfrm>
                <a:off x="8520500" y="1875775"/>
                <a:ext cx="7494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2400" b="1">
                    <a:latin typeface="Courier New"/>
                    <a:ea typeface="Courier New"/>
                    <a:cs typeface="Courier New"/>
                    <a:sym typeface="Courier New"/>
                  </a:rPr>
                  <a:t>Q2</a:t>
                </a:r>
                <a:endParaRPr sz="2400" b="1">
                  <a:latin typeface="Courier New"/>
                  <a:ea typeface="Courier New"/>
                  <a:cs typeface="Courier New"/>
                  <a:sym typeface="Courier New"/>
                </a:endParaRPr>
              </a:p>
            </p:txBody>
          </p:sp>
          <p:sp>
            <p:nvSpPr>
              <p:cNvPr id="324" name="Google Shape;324;p25"/>
              <p:cNvSpPr txBox="1"/>
              <p:nvPr/>
            </p:nvSpPr>
            <p:spPr>
              <a:xfrm>
                <a:off x="8520500" y="2442850"/>
                <a:ext cx="7494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2400" b="1">
                    <a:latin typeface="Courier New"/>
                    <a:ea typeface="Courier New"/>
                    <a:cs typeface="Courier New"/>
                    <a:sym typeface="Courier New"/>
                  </a:rPr>
                  <a:t>Q1</a:t>
                </a:r>
                <a:endParaRPr sz="2400" b="1">
                  <a:latin typeface="Courier New"/>
                  <a:ea typeface="Courier New"/>
                  <a:cs typeface="Courier New"/>
                  <a:sym typeface="Courier New"/>
                </a:endParaRPr>
              </a:p>
            </p:txBody>
          </p:sp>
          <p:sp>
            <p:nvSpPr>
              <p:cNvPr id="325" name="Google Shape;325;p25"/>
              <p:cNvSpPr txBox="1"/>
              <p:nvPr/>
            </p:nvSpPr>
            <p:spPr>
              <a:xfrm>
                <a:off x="8520500" y="3009925"/>
                <a:ext cx="7494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2400" b="1">
                    <a:latin typeface="Courier New"/>
                    <a:ea typeface="Courier New"/>
                    <a:cs typeface="Courier New"/>
                    <a:sym typeface="Courier New"/>
                  </a:rPr>
                  <a:t>Q0</a:t>
                </a:r>
                <a:endParaRPr sz="2400" b="1">
                  <a:latin typeface="Courier New"/>
                  <a:ea typeface="Courier New"/>
                  <a:cs typeface="Courier New"/>
                  <a:sym typeface="Courier New"/>
                </a:endParaRPr>
              </a:p>
            </p:txBody>
          </p:sp>
        </p:grpSp>
        <p:sp>
          <p:nvSpPr>
            <p:cNvPr id="326" name="Google Shape;326;p25"/>
            <p:cNvSpPr/>
            <p:nvPr/>
          </p:nvSpPr>
          <p:spPr>
            <a:xfrm>
              <a:off x="9974638" y="1591973"/>
              <a:ext cx="608400" cy="597300"/>
            </a:xfrm>
            <a:prstGeom prst="ellipse">
              <a:avLst/>
            </a:prstGeom>
            <a:solidFill>
              <a:srgbClr val="C9DAF8"/>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800" b="1">
                  <a:latin typeface="Courier New"/>
                  <a:ea typeface="Courier New"/>
                  <a:cs typeface="Courier New"/>
                  <a:sym typeface="Courier New"/>
                </a:rPr>
                <a:t>A</a:t>
              </a:r>
              <a:endParaRPr sz="1800" b="1">
                <a:latin typeface="Courier New"/>
                <a:ea typeface="Courier New"/>
                <a:cs typeface="Courier New"/>
                <a:sym typeface="Courier New"/>
              </a:endParaRPr>
            </a:p>
          </p:txBody>
        </p:sp>
        <p:sp>
          <p:nvSpPr>
            <p:cNvPr id="327" name="Google Shape;327;p25"/>
            <p:cNvSpPr/>
            <p:nvPr/>
          </p:nvSpPr>
          <p:spPr>
            <a:xfrm>
              <a:off x="10000050" y="2240273"/>
              <a:ext cx="608400" cy="597300"/>
            </a:xfrm>
            <a:prstGeom prst="ellipse">
              <a:avLst/>
            </a:prstGeom>
            <a:solidFill>
              <a:srgbClr val="EA9999"/>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800" b="1">
                  <a:latin typeface="Courier New"/>
                  <a:ea typeface="Courier New"/>
                  <a:cs typeface="Courier New"/>
                  <a:sym typeface="Courier New"/>
                </a:rPr>
                <a:t>B</a:t>
              </a:r>
              <a:endParaRPr sz="1800" b="1">
                <a:latin typeface="Courier New"/>
                <a:ea typeface="Courier New"/>
                <a:cs typeface="Courier New"/>
                <a:sym typeface="Courier New"/>
              </a:endParaRPr>
            </a:p>
          </p:txBody>
        </p:sp>
        <p:sp>
          <p:nvSpPr>
            <p:cNvPr id="328" name="Google Shape;328;p25"/>
            <p:cNvSpPr/>
            <p:nvPr/>
          </p:nvSpPr>
          <p:spPr>
            <a:xfrm>
              <a:off x="10000050" y="3338823"/>
              <a:ext cx="608400" cy="597300"/>
            </a:xfrm>
            <a:prstGeom prst="ellipse">
              <a:avLst/>
            </a:prstGeom>
            <a:solidFill>
              <a:srgbClr val="F9CB9C"/>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800" b="1">
                  <a:latin typeface="Courier New"/>
                  <a:ea typeface="Courier New"/>
                  <a:cs typeface="Courier New"/>
                  <a:sym typeface="Courier New"/>
                </a:rPr>
                <a:t>C</a:t>
              </a:r>
              <a:endParaRPr sz="1800" b="1">
                <a:latin typeface="Courier New"/>
                <a:ea typeface="Courier New"/>
                <a:cs typeface="Courier New"/>
                <a:sym typeface="Courier New"/>
              </a:endParaRPr>
            </a:p>
          </p:txBody>
        </p:sp>
        <p:sp>
          <p:nvSpPr>
            <p:cNvPr id="329" name="Google Shape;329;p25"/>
            <p:cNvSpPr/>
            <p:nvPr/>
          </p:nvSpPr>
          <p:spPr>
            <a:xfrm>
              <a:off x="11133450" y="3338823"/>
              <a:ext cx="608400" cy="597300"/>
            </a:xfrm>
            <a:prstGeom prst="ellipse">
              <a:avLst/>
            </a:prstGeom>
            <a:solidFill>
              <a:srgbClr val="B6D7A8"/>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800" b="1">
                  <a:latin typeface="Courier New"/>
                  <a:ea typeface="Courier New"/>
                  <a:cs typeface="Courier New"/>
                  <a:sym typeface="Courier New"/>
                </a:rPr>
                <a:t>D</a:t>
              </a:r>
              <a:endParaRPr sz="1800" b="1">
                <a:latin typeface="Courier New"/>
                <a:ea typeface="Courier New"/>
                <a:cs typeface="Courier New"/>
                <a:sym typeface="Courier New"/>
              </a:endParaRPr>
            </a:p>
          </p:txBody>
        </p:sp>
        <p:cxnSp>
          <p:nvCxnSpPr>
            <p:cNvPr id="330" name="Google Shape;330;p25"/>
            <p:cNvCxnSpPr/>
            <p:nvPr/>
          </p:nvCxnSpPr>
          <p:spPr>
            <a:xfrm rot="10800000" flipH="1">
              <a:off x="9449638" y="1890023"/>
              <a:ext cx="525000" cy="1200"/>
            </a:xfrm>
            <a:prstGeom prst="straightConnector1">
              <a:avLst/>
            </a:prstGeom>
            <a:noFill/>
            <a:ln w="9525" cap="flat" cmpd="sng">
              <a:solidFill>
                <a:schemeClr val="dk2"/>
              </a:solidFill>
              <a:prstDash val="solid"/>
              <a:round/>
              <a:headEnd type="none" w="med" len="med"/>
              <a:tailEnd type="triangle" w="med" len="med"/>
            </a:ln>
          </p:spPr>
        </p:cxnSp>
        <p:cxnSp>
          <p:nvCxnSpPr>
            <p:cNvPr id="331" name="Google Shape;331;p25"/>
            <p:cNvCxnSpPr/>
            <p:nvPr/>
          </p:nvCxnSpPr>
          <p:spPr>
            <a:xfrm rot="10800000" flipH="1">
              <a:off x="9449638" y="3648148"/>
              <a:ext cx="525000" cy="1200"/>
            </a:xfrm>
            <a:prstGeom prst="straightConnector1">
              <a:avLst/>
            </a:prstGeom>
            <a:noFill/>
            <a:ln w="9525" cap="flat" cmpd="sng">
              <a:solidFill>
                <a:schemeClr val="dk2"/>
              </a:solidFill>
              <a:prstDash val="solid"/>
              <a:round/>
              <a:headEnd type="none" w="med" len="med"/>
              <a:tailEnd type="triangle" w="med" len="med"/>
            </a:ln>
          </p:spPr>
        </p:cxnSp>
        <p:cxnSp>
          <p:nvCxnSpPr>
            <p:cNvPr id="332" name="Google Shape;332;p25"/>
            <p:cNvCxnSpPr/>
            <p:nvPr/>
          </p:nvCxnSpPr>
          <p:spPr>
            <a:xfrm rot="10800000" flipH="1">
              <a:off x="10608438" y="3636873"/>
              <a:ext cx="525000" cy="1200"/>
            </a:xfrm>
            <a:prstGeom prst="straightConnector1">
              <a:avLst/>
            </a:prstGeom>
            <a:noFill/>
            <a:ln w="9525" cap="flat" cmpd="sng">
              <a:solidFill>
                <a:schemeClr val="dk2"/>
              </a:solidFill>
              <a:prstDash val="solid"/>
              <a:round/>
              <a:headEnd type="none" w="med" len="med"/>
              <a:tailEnd type="triangle" w="med" len="med"/>
            </a:ln>
          </p:spPr>
        </p:cxnSp>
        <p:cxnSp>
          <p:nvCxnSpPr>
            <p:cNvPr id="333" name="Google Shape;333;p25"/>
            <p:cNvCxnSpPr/>
            <p:nvPr/>
          </p:nvCxnSpPr>
          <p:spPr>
            <a:xfrm rot="10800000" flipH="1">
              <a:off x="9475038" y="2538323"/>
              <a:ext cx="525000" cy="1200"/>
            </a:xfrm>
            <a:prstGeom prst="straightConnector1">
              <a:avLst/>
            </a:prstGeom>
            <a:noFill/>
            <a:ln w="9525" cap="flat" cmpd="sng">
              <a:solidFill>
                <a:schemeClr val="dk2"/>
              </a:solidFill>
              <a:prstDash val="solid"/>
              <a:round/>
              <a:headEnd type="none" w="med" len="med"/>
              <a:tailEnd type="triangle" w="med" len="med"/>
            </a:ln>
          </p:spPr>
        </p:cxnSp>
      </p:grpSp>
      <p:sp>
        <p:nvSpPr>
          <p:cNvPr id="334" name="Google Shape;334;p25"/>
          <p:cNvSpPr/>
          <p:nvPr/>
        </p:nvSpPr>
        <p:spPr>
          <a:xfrm>
            <a:off x="8872075" y="2001888"/>
            <a:ext cx="1066800" cy="431100"/>
          </a:xfrm>
          <a:prstGeom prst="roundRect">
            <a:avLst>
              <a:gd name="adj" fmla="val 16667"/>
            </a:avLst>
          </a:prstGeom>
          <a:solidFill>
            <a:srgbClr val="B6D7A8"/>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s-ES" sz="2600" b="1">
                <a:solidFill>
                  <a:schemeClr val="accent2"/>
                </a:solidFill>
                <a:latin typeface="Courier New"/>
                <a:ea typeface="Courier New"/>
                <a:cs typeface="Courier New"/>
                <a:sym typeface="Courier New"/>
              </a:rPr>
              <a:t>MLFQ</a:t>
            </a:r>
            <a:r>
              <a:rPr lang="es-ES" sz="2600" b="1">
                <a:latin typeface="Courier New"/>
                <a:ea typeface="Courier New"/>
                <a:cs typeface="Courier New"/>
                <a:sym typeface="Courier New"/>
              </a:rPr>
              <a:t> </a:t>
            </a:r>
            <a:endParaRPr sz="2600" b="1">
              <a:latin typeface="Courier New"/>
              <a:ea typeface="Courier New"/>
              <a:cs typeface="Courier New"/>
              <a:sym typeface="Courier New"/>
            </a:endParaRPr>
          </a:p>
        </p:txBody>
      </p:sp>
      <p:grpSp>
        <p:nvGrpSpPr>
          <p:cNvPr id="335" name="Google Shape;335;p25"/>
          <p:cNvGrpSpPr/>
          <p:nvPr/>
        </p:nvGrpSpPr>
        <p:grpSpPr>
          <a:xfrm>
            <a:off x="3989200" y="2377850"/>
            <a:ext cx="3478100" cy="1266363"/>
            <a:chOff x="4356950" y="5236400"/>
            <a:chExt cx="3478100" cy="1266363"/>
          </a:xfrm>
        </p:grpSpPr>
        <p:grpSp>
          <p:nvGrpSpPr>
            <p:cNvPr id="336" name="Google Shape;336;p25"/>
            <p:cNvGrpSpPr/>
            <p:nvPr/>
          </p:nvGrpSpPr>
          <p:grpSpPr>
            <a:xfrm>
              <a:off x="4356950" y="5236400"/>
              <a:ext cx="3478100" cy="648900"/>
              <a:chOff x="5818900" y="4196550"/>
              <a:chExt cx="3478100" cy="648900"/>
            </a:xfrm>
          </p:grpSpPr>
          <p:sp>
            <p:nvSpPr>
              <p:cNvPr id="337" name="Google Shape;337;p25"/>
              <p:cNvSpPr/>
              <p:nvPr/>
            </p:nvSpPr>
            <p:spPr>
              <a:xfrm>
                <a:off x="5818900" y="4196550"/>
                <a:ext cx="623400" cy="648900"/>
              </a:xfrm>
              <a:prstGeom prst="ellipse">
                <a:avLst/>
              </a:prstGeom>
              <a:solidFill>
                <a:srgbClr val="EA9999"/>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2000" b="1"/>
                  <a:t>1</a:t>
                </a:r>
                <a:endParaRPr sz="2000" b="1"/>
              </a:p>
            </p:txBody>
          </p:sp>
          <p:sp>
            <p:nvSpPr>
              <p:cNvPr id="338" name="Google Shape;338;p25"/>
              <p:cNvSpPr/>
              <p:nvPr/>
            </p:nvSpPr>
            <p:spPr>
              <a:xfrm>
                <a:off x="6532575" y="4196550"/>
                <a:ext cx="623400" cy="648900"/>
              </a:xfrm>
              <a:prstGeom prst="ellipse">
                <a:avLst/>
              </a:prstGeom>
              <a:solidFill>
                <a:srgbClr val="EA9999"/>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2000" b="1"/>
                  <a:t>2</a:t>
                </a:r>
                <a:endParaRPr sz="2000" b="1"/>
              </a:p>
            </p:txBody>
          </p:sp>
          <p:sp>
            <p:nvSpPr>
              <p:cNvPr id="339" name="Google Shape;339;p25"/>
              <p:cNvSpPr/>
              <p:nvPr/>
            </p:nvSpPr>
            <p:spPr>
              <a:xfrm>
                <a:off x="7246250" y="4196550"/>
                <a:ext cx="623400" cy="648900"/>
              </a:xfrm>
              <a:prstGeom prst="ellipse">
                <a:avLst/>
              </a:prstGeom>
              <a:solidFill>
                <a:srgbClr val="EA9999"/>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2000" b="1"/>
                  <a:t>3</a:t>
                </a:r>
                <a:endParaRPr sz="2000" b="1"/>
              </a:p>
            </p:txBody>
          </p:sp>
          <p:sp>
            <p:nvSpPr>
              <p:cNvPr id="340" name="Google Shape;340;p25"/>
              <p:cNvSpPr/>
              <p:nvPr/>
            </p:nvSpPr>
            <p:spPr>
              <a:xfrm>
                <a:off x="7959925" y="4196550"/>
                <a:ext cx="623400" cy="648900"/>
              </a:xfrm>
              <a:prstGeom prst="ellipse">
                <a:avLst/>
              </a:prstGeom>
              <a:solidFill>
                <a:srgbClr val="EA9999"/>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2000" b="1"/>
                  <a:t>4</a:t>
                </a:r>
                <a:endParaRPr sz="2000" b="1"/>
              </a:p>
            </p:txBody>
          </p:sp>
          <p:sp>
            <p:nvSpPr>
              <p:cNvPr id="341" name="Google Shape;341;p25"/>
              <p:cNvSpPr/>
              <p:nvPr/>
            </p:nvSpPr>
            <p:spPr>
              <a:xfrm>
                <a:off x="8673600" y="4196550"/>
                <a:ext cx="623400" cy="648900"/>
              </a:xfrm>
              <a:prstGeom prst="ellipse">
                <a:avLst/>
              </a:prstGeom>
              <a:solidFill>
                <a:srgbClr val="EA9999"/>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2000" b="1"/>
                  <a:t>5</a:t>
                </a:r>
                <a:endParaRPr sz="2000" b="1"/>
              </a:p>
            </p:txBody>
          </p:sp>
        </p:grpSp>
        <p:grpSp>
          <p:nvGrpSpPr>
            <p:cNvPr id="342" name="Google Shape;342;p25"/>
            <p:cNvGrpSpPr/>
            <p:nvPr/>
          </p:nvGrpSpPr>
          <p:grpSpPr>
            <a:xfrm>
              <a:off x="4447000" y="6064350"/>
              <a:ext cx="3357275" cy="438413"/>
              <a:chOff x="4447000" y="6064350"/>
              <a:chExt cx="3357275" cy="438413"/>
            </a:xfrm>
          </p:grpSpPr>
          <p:pic>
            <p:nvPicPr>
              <p:cNvPr id="343" name="Google Shape;343;p25"/>
              <p:cNvPicPr preferRelativeResize="0"/>
              <p:nvPr/>
            </p:nvPicPr>
            <p:blipFill>
              <a:blip r:embed="rId5">
                <a:alphaModFix/>
              </a:blip>
              <a:stretch>
                <a:fillRect/>
              </a:stretch>
            </p:blipFill>
            <p:spPr>
              <a:xfrm>
                <a:off x="4447000" y="6064350"/>
                <a:ext cx="443225" cy="438413"/>
              </a:xfrm>
              <a:prstGeom prst="rect">
                <a:avLst/>
              </a:prstGeom>
              <a:noFill/>
              <a:ln>
                <a:noFill/>
              </a:ln>
            </p:spPr>
          </p:pic>
          <p:pic>
            <p:nvPicPr>
              <p:cNvPr id="344" name="Google Shape;344;p25"/>
              <p:cNvPicPr preferRelativeResize="0"/>
              <p:nvPr/>
            </p:nvPicPr>
            <p:blipFill>
              <a:blip r:embed="rId5">
                <a:alphaModFix/>
              </a:blip>
              <a:stretch>
                <a:fillRect/>
              </a:stretch>
            </p:blipFill>
            <p:spPr>
              <a:xfrm>
                <a:off x="5160700" y="6064350"/>
                <a:ext cx="443225" cy="438413"/>
              </a:xfrm>
              <a:prstGeom prst="rect">
                <a:avLst/>
              </a:prstGeom>
              <a:noFill/>
              <a:ln>
                <a:noFill/>
              </a:ln>
            </p:spPr>
          </p:pic>
          <p:pic>
            <p:nvPicPr>
              <p:cNvPr id="345" name="Google Shape;345;p25"/>
              <p:cNvPicPr preferRelativeResize="0"/>
              <p:nvPr/>
            </p:nvPicPr>
            <p:blipFill>
              <a:blip r:embed="rId5">
                <a:alphaModFix/>
              </a:blip>
              <a:stretch>
                <a:fillRect/>
              </a:stretch>
            </p:blipFill>
            <p:spPr>
              <a:xfrm>
                <a:off x="5874388" y="6064350"/>
                <a:ext cx="443225" cy="438413"/>
              </a:xfrm>
              <a:prstGeom prst="rect">
                <a:avLst/>
              </a:prstGeom>
              <a:noFill/>
              <a:ln>
                <a:noFill/>
              </a:ln>
            </p:spPr>
          </p:pic>
          <p:pic>
            <p:nvPicPr>
              <p:cNvPr id="346" name="Google Shape;346;p25"/>
              <p:cNvPicPr preferRelativeResize="0"/>
              <p:nvPr/>
            </p:nvPicPr>
            <p:blipFill>
              <a:blip r:embed="rId5">
                <a:alphaModFix/>
              </a:blip>
              <a:stretch>
                <a:fillRect/>
              </a:stretch>
            </p:blipFill>
            <p:spPr>
              <a:xfrm>
                <a:off x="6617725" y="6064350"/>
                <a:ext cx="443225" cy="438413"/>
              </a:xfrm>
              <a:prstGeom prst="rect">
                <a:avLst/>
              </a:prstGeom>
              <a:noFill/>
              <a:ln>
                <a:noFill/>
              </a:ln>
            </p:spPr>
          </p:pic>
          <p:pic>
            <p:nvPicPr>
              <p:cNvPr id="347" name="Google Shape;347;p25"/>
              <p:cNvPicPr preferRelativeResize="0"/>
              <p:nvPr/>
            </p:nvPicPr>
            <p:blipFill>
              <a:blip r:embed="rId5">
                <a:alphaModFix/>
              </a:blip>
              <a:stretch>
                <a:fillRect/>
              </a:stretch>
            </p:blipFill>
            <p:spPr>
              <a:xfrm>
                <a:off x="7361050" y="6064350"/>
                <a:ext cx="443225" cy="438413"/>
              </a:xfrm>
              <a:prstGeom prst="rect">
                <a:avLst/>
              </a:prstGeom>
              <a:noFill/>
              <a:ln>
                <a:noFill/>
              </a:ln>
            </p:spPr>
          </p:pic>
        </p:grpSp>
      </p:grpSp>
      <p:cxnSp>
        <p:nvCxnSpPr>
          <p:cNvPr id="348" name="Google Shape;348;p25"/>
          <p:cNvCxnSpPr/>
          <p:nvPr/>
        </p:nvCxnSpPr>
        <p:spPr>
          <a:xfrm>
            <a:off x="3921600" y="3886000"/>
            <a:ext cx="3545700" cy="0"/>
          </a:xfrm>
          <a:prstGeom prst="straightConnector1">
            <a:avLst/>
          </a:prstGeom>
          <a:noFill/>
          <a:ln w="38100" cap="flat" cmpd="sng">
            <a:solidFill>
              <a:schemeClr val="dk2"/>
            </a:solidFill>
            <a:prstDash val="solid"/>
            <a:round/>
            <a:headEnd type="none" w="med" len="med"/>
            <a:tailEnd type="triangl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27"/>
          <p:cNvSpPr txBox="1">
            <a:spLocks noGrp="1"/>
          </p:cNvSpPr>
          <p:nvPr>
            <p:ph type="title"/>
          </p:nvPr>
        </p:nvSpPr>
        <p:spPr>
          <a:xfrm>
            <a:off x="495200" y="287388"/>
            <a:ext cx="10993794"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Virtualización de Memoria - Contextualización</a:t>
            </a:r>
            <a:endParaRPr dirty="0">
              <a:solidFill>
                <a:schemeClr val="tx1"/>
              </a:solidFill>
              <a:latin typeface="+mj-lt"/>
            </a:endParaRPr>
          </a:p>
        </p:txBody>
      </p:sp>
      <p:pic>
        <p:nvPicPr>
          <p:cNvPr id="364" name="Google Shape;364;p27"/>
          <p:cNvPicPr preferRelativeResize="0"/>
          <p:nvPr/>
        </p:nvPicPr>
        <p:blipFill>
          <a:blip r:embed="rId3">
            <a:alphaModFix/>
          </a:blip>
          <a:stretch>
            <a:fillRect/>
          </a:stretch>
        </p:blipFill>
        <p:spPr>
          <a:xfrm>
            <a:off x="4583457" y="4069700"/>
            <a:ext cx="970343" cy="787000"/>
          </a:xfrm>
          <a:prstGeom prst="rect">
            <a:avLst/>
          </a:prstGeom>
          <a:noFill/>
          <a:ln>
            <a:noFill/>
          </a:ln>
        </p:spPr>
      </p:pic>
      <p:grpSp>
        <p:nvGrpSpPr>
          <p:cNvPr id="365" name="Google Shape;365;p27"/>
          <p:cNvGrpSpPr/>
          <p:nvPr/>
        </p:nvGrpSpPr>
        <p:grpSpPr>
          <a:xfrm>
            <a:off x="7383000" y="1790200"/>
            <a:ext cx="4549500" cy="4393500"/>
            <a:chOff x="5458950" y="1790200"/>
            <a:chExt cx="4549500" cy="4393500"/>
          </a:xfrm>
        </p:grpSpPr>
        <p:sp>
          <p:nvSpPr>
            <p:cNvPr id="366" name="Google Shape;366;p27"/>
            <p:cNvSpPr/>
            <p:nvPr/>
          </p:nvSpPr>
          <p:spPr>
            <a:xfrm>
              <a:off x="5458950" y="1790200"/>
              <a:ext cx="4549500" cy="4393500"/>
            </a:xfrm>
            <a:prstGeom prst="ellipse">
              <a:avLst/>
            </a:prstGeom>
            <a:solidFill>
              <a:srgbClr val="000000">
                <a:alpha val="0"/>
              </a:srgbClr>
            </a:solidFill>
            <a:ln w="2857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7" name="Google Shape;367;p27"/>
            <p:cNvGrpSpPr/>
            <p:nvPr/>
          </p:nvGrpSpPr>
          <p:grpSpPr>
            <a:xfrm>
              <a:off x="6041975" y="2608725"/>
              <a:ext cx="1398900" cy="2104675"/>
              <a:chOff x="6131200" y="2642175"/>
              <a:chExt cx="1398900" cy="2104675"/>
            </a:xfrm>
          </p:grpSpPr>
          <p:sp>
            <p:nvSpPr>
              <p:cNvPr id="368" name="Google Shape;368;p27"/>
              <p:cNvSpPr txBox="1"/>
              <p:nvPr/>
            </p:nvSpPr>
            <p:spPr>
              <a:xfrm>
                <a:off x="6295300" y="2642175"/>
                <a:ext cx="9702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600" b="1">
                    <a:latin typeface="Courier New"/>
                    <a:ea typeface="Courier New"/>
                    <a:cs typeface="Courier New"/>
                    <a:sym typeface="Courier New"/>
                  </a:rPr>
                  <a:t>CPU</a:t>
                </a:r>
                <a:endParaRPr sz="1600" b="1">
                  <a:latin typeface="Courier New"/>
                  <a:ea typeface="Courier New"/>
                  <a:cs typeface="Courier New"/>
                  <a:sym typeface="Courier New"/>
                </a:endParaRPr>
              </a:p>
            </p:txBody>
          </p:sp>
          <p:grpSp>
            <p:nvGrpSpPr>
              <p:cNvPr id="369" name="Google Shape;369;p27"/>
              <p:cNvGrpSpPr/>
              <p:nvPr/>
            </p:nvGrpSpPr>
            <p:grpSpPr>
              <a:xfrm>
                <a:off x="6131200" y="3042363"/>
                <a:ext cx="1368600" cy="1401900"/>
                <a:chOff x="6131200" y="3042363"/>
                <a:chExt cx="1368600" cy="1401900"/>
              </a:xfrm>
            </p:grpSpPr>
            <p:sp>
              <p:nvSpPr>
                <p:cNvPr id="370" name="Google Shape;370;p27"/>
                <p:cNvSpPr/>
                <p:nvPr/>
              </p:nvSpPr>
              <p:spPr>
                <a:xfrm>
                  <a:off x="6161500" y="3042363"/>
                  <a:ext cx="1338300" cy="1401900"/>
                </a:xfrm>
                <a:prstGeom prst="rect">
                  <a:avLst/>
                </a:prstGeom>
                <a:solidFill>
                  <a:srgbClr val="FFE599"/>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1" name="Google Shape;371;p27"/>
                <p:cNvGrpSpPr/>
                <p:nvPr/>
              </p:nvGrpSpPr>
              <p:grpSpPr>
                <a:xfrm>
                  <a:off x="6131200" y="3096950"/>
                  <a:ext cx="1178925" cy="461635"/>
                  <a:chOff x="6131200" y="3096950"/>
                  <a:chExt cx="1178925" cy="461635"/>
                </a:xfrm>
              </p:grpSpPr>
              <p:sp>
                <p:nvSpPr>
                  <p:cNvPr id="372" name="Google Shape;372;p27"/>
                  <p:cNvSpPr/>
                  <p:nvPr/>
                </p:nvSpPr>
                <p:spPr>
                  <a:xfrm>
                    <a:off x="6618625" y="3212150"/>
                    <a:ext cx="691500" cy="200400"/>
                  </a:xfrm>
                  <a:prstGeom prst="rect">
                    <a:avLst/>
                  </a:prstGeom>
                  <a:solidFill>
                    <a:srgbClr val="EA9999"/>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7"/>
                  <p:cNvSpPr txBox="1"/>
                  <p:nvPr/>
                </p:nvSpPr>
                <p:spPr>
                  <a:xfrm>
                    <a:off x="6131200" y="3096950"/>
                    <a:ext cx="509850"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b="1" dirty="0">
                        <a:latin typeface="Courier New"/>
                        <a:ea typeface="Courier New"/>
                        <a:cs typeface="Courier New"/>
                        <a:sym typeface="Courier New"/>
                      </a:rPr>
                      <a:t>PC</a:t>
                    </a:r>
                    <a:endParaRPr b="1" dirty="0">
                      <a:latin typeface="Courier New"/>
                      <a:ea typeface="Courier New"/>
                      <a:cs typeface="Courier New"/>
                      <a:sym typeface="Courier New"/>
                    </a:endParaRPr>
                  </a:p>
                </p:txBody>
              </p:sp>
            </p:grpSp>
            <p:grpSp>
              <p:nvGrpSpPr>
                <p:cNvPr id="374" name="Google Shape;374;p27"/>
                <p:cNvGrpSpPr/>
                <p:nvPr/>
              </p:nvGrpSpPr>
              <p:grpSpPr>
                <a:xfrm>
                  <a:off x="6131200" y="3412550"/>
                  <a:ext cx="1178925" cy="461635"/>
                  <a:chOff x="6131200" y="3412550"/>
                  <a:chExt cx="1178925" cy="461635"/>
                </a:xfrm>
              </p:grpSpPr>
              <p:sp>
                <p:nvSpPr>
                  <p:cNvPr id="375" name="Google Shape;375;p27"/>
                  <p:cNvSpPr txBox="1"/>
                  <p:nvPr/>
                </p:nvSpPr>
                <p:spPr>
                  <a:xfrm>
                    <a:off x="6131200" y="3412550"/>
                    <a:ext cx="509850"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b="1" dirty="0">
                        <a:latin typeface="Courier New"/>
                        <a:ea typeface="Courier New"/>
                        <a:cs typeface="Courier New"/>
                        <a:sym typeface="Courier New"/>
                      </a:rPr>
                      <a:t>SP</a:t>
                    </a:r>
                    <a:endParaRPr b="1" dirty="0">
                      <a:latin typeface="Courier New"/>
                      <a:ea typeface="Courier New"/>
                      <a:cs typeface="Courier New"/>
                      <a:sym typeface="Courier New"/>
                    </a:endParaRPr>
                  </a:p>
                </p:txBody>
              </p:sp>
              <p:sp>
                <p:nvSpPr>
                  <p:cNvPr id="376" name="Google Shape;376;p27"/>
                  <p:cNvSpPr/>
                  <p:nvPr/>
                </p:nvSpPr>
                <p:spPr>
                  <a:xfrm>
                    <a:off x="6618625" y="3520825"/>
                    <a:ext cx="691500" cy="200400"/>
                  </a:xfrm>
                  <a:prstGeom prst="rect">
                    <a:avLst/>
                  </a:prstGeom>
                  <a:solidFill>
                    <a:srgbClr val="EA9999"/>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7" name="Google Shape;377;p27"/>
                <p:cNvSpPr txBox="1"/>
                <p:nvPr/>
              </p:nvSpPr>
              <p:spPr>
                <a:xfrm>
                  <a:off x="6566050" y="3744900"/>
                  <a:ext cx="529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b="1">
                      <a:latin typeface="Courier New"/>
                      <a:ea typeface="Courier New"/>
                      <a:cs typeface="Courier New"/>
                      <a:sym typeface="Courier New"/>
                    </a:rPr>
                    <a:t>...</a:t>
                  </a:r>
                  <a:endParaRPr b="1">
                    <a:latin typeface="Courier New"/>
                    <a:ea typeface="Courier New"/>
                    <a:cs typeface="Courier New"/>
                    <a:sym typeface="Courier New"/>
                  </a:endParaRPr>
                </a:p>
              </p:txBody>
            </p:sp>
          </p:grpSp>
          <p:sp>
            <p:nvSpPr>
              <p:cNvPr id="378" name="Google Shape;378;p27"/>
              <p:cNvSpPr txBox="1"/>
              <p:nvPr/>
            </p:nvSpPr>
            <p:spPr>
              <a:xfrm>
                <a:off x="6161500" y="4392850"/>
                <a:ext cx="13686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100" b="1">
                    <a:solidFill>
                      <a:srgbClr val="FF0000"/>
                    </a:solidFill>
                    <a:latin typeface="Courier New"/>
                    <a:ea typeface="Courier New"/>
                    <a:cs typeface="Courier New"/>
                    <a:sym typeface="Courier New"/>
                  </a:rPr>
                  <a:t>Registros</a:t>
                </a:r>
                <a:endParaRPr sz="1100" b="1">
                  <a:solidFill>
                    <a:srgbClr val="FF0000"/>
                  </a:solidFill>
                  <a:latin typeface="Courier New"/>
                  <a:ea typeface="Courier New"/>
                  <a:cs typeface="Courier New"/>
                  <a:sym typeface="Courier New"/>
                </a:endParaRPr>
              </a:p>
            </p:txBody>
          </p:sp>
        </p:grpSp>
        <p:sp>
          <p:nvSpPr>
            <p:cNvPr id="379" name="Google Shape;379;p27"/>
            <p:cNvSpPr/>
            <p:nvPr/>
          </p:nvSpPr>
          <p:spPr>
            <a:xfrm>
              <a:off x="7948250" y="2813125"/>
              <a:ext cx="1076100" cy="1739700"/>
            </a:xfrm>
            <a:prstGeom prst="rect">
              <a:avLst/>
            </a:prstGeom>
            <a:solidFill>
              <a:srgbClr val="EFEFEF"/>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0" name="Google Shape;380;p27"/>
            <p:cNvGrpSpPr/>
            <p:nvPr/>
          </p:nvGrpSpPr>
          <p:grpSpPr>
            <a:xfrm>
              <a:off x="7805450" y="2389700"/>
              <a:ext cx="1368600" cy="2508975"/>
              <a:chOff x="7805450" y="2389700"/>
              <a:chExt cx="1368600" cy="2508975"/>
            </a:xfrm>
          </p:grpSpPr>
          <p:grpSp>
            <p:nvGrpSpPr>
              <p:cNvPr id="381" name="Google Shape;381;p27"/>
              <p:cNvGrpSpPr/>
              <p:nvPr/>
            </p:nvGrpSpPr>
            <p:grpSpPr>
              <a:xfrm>
                <a:off x="7948250" y="2813125"/>
                <a:ext cx="1076100" cy="1739675"/>
                <a:chOff x="7948250" y="2813125"/>
                <a:chExt cx="1076100" cy="1739675"/>
              </a:xfrm>
            </p:grpSpPr>
            <p:sp>
              <p:nvSpPr>
                <p:cNvPr id="382" name="Google Shape;382;p27"/>
                <p:cNvSpPr/>
                <p:nvPr/>
              </p:nvSpPr>
              <p:spPr>
                <a:xfrm>
                  <a:off x="7948250" y="2813125"/>
                  <a:ext cx="1076100" cy="284400"/>
                </a:xfrm>
                <a:prstGeom prst="rect">
                  <a:avLst/>
                </a:prstGeom>
                <a:solidFill>
                  <a:srgbClr val="F4CCCC"/>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urier New"/>
                      <a:ea typeface="Courier New"/>
                      <a:cs typeface="Courier New"/>
                      <a:sym typeface="Courier New"/>
                    </a:rPr>
                    <a:t>Code</a:t>
                  </a:r>
                  <a:endParaRPr sz="800" b="1" dirty="0">
                    <a:latin typeface="Courier New"/>
                    <a:ea typeface="Courier New"/>
                    <a:cs typeface="Courier New"/>
                    <a:sym typeface="Courier New"/>
                  </a:endParaRPr>
                </a:p>
              </p:txBody>
            </p:sp>
            <p:sp>
              <p:nvSpPr>
                <p:cNvPr id="383" name="Google Shape;383;p27"/>
                <p:cNvSpPr/>
                <p:nvPr/>
              </p:nvSpPr>
              <p:spPr>
                <a:xfrm>
                  <a:off x="7950650" y="3085775"/>
                  <a:ext cx="1073100" cy="370800"/>
                </a:xfrm>
                <a:prstGeom prst="rect">
                  <a:avLst/>
                </a:prstGeom>
                <a:solidFill>
                  <a:srgbClr val="FFE599"/>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a:latin typeface="Courier New"/>
                      <a:ea typeface="Courier New"/>
                      <a:cs typeface="Courier New"/>
                      <a:sym typeface="Courier New"/>
                    </a:rPr>
                    <a:t>Data</a:t>
                  </a:r>
                  <a:endParaRPr/>
                </a:p>
              </p:txBody>
            </p:sp>
            <p:sp>
              <p:nvSpPr>
                <p:cNvPr id="384" name="Google Shape;384;p27"/>
                <p:cNvSpPr/>
                <p:nvPr/>
              </p:nvSpPr>
              <p:spPr>
                <a:xfrm>
                  <a:off x="7948250" y="3406050"/>
                  <a:ext cx="1076100" cy="284400"/>
                </a:xfrm>
                <a:prstGeom prst="rect">
                  <a:avLst/>
                </a:prstGeom>
                <a:solidFill>
                  <a:srgbClr val="CFE2F3"/>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urier New"/>
                      <a:ea typeface="Courier New"/>
                      <a:cs typeface="Courier New"/>
                      <a:sym typeface="Courier New"/>
                    </a:rPr>
                    <a:t>heap</a:t>
                  </a:r>
                  <a:endParaRPr dirty="0"/>
                </a:p>
              </p:txBody>
            </p:sp>
            <p:sp>
              <p:nvSpPr>
                <p:cNvPr id="385" name="Google Shape;385;p27"/>
                <p:cNvSpPr/>
                <p:nvPr/>
              </p:nvSpPr>
              <p:spPr>
                <a:xfrm>
                  <a:off x="7948250" y="4268400"/>
                  <a:ext cx="1076100" cy="284400"/>
                </a:xfrm>
                <a:prstGeom prst="rect">
                  <a:avLst/>
                </a:prstGeom>
                <a:solidFill>
                  <a:srgbClr val="CFE2F3"/>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urier New"/>
                      <a:ea typeface="Courier New"/>
                      <a:cs typeface="Courier New"/>
                      <a:sym typeface="Courier New"/>
                    </a:rPr>
                    <a:t>stack</a:t>
                  </a:r>
                  <a:endParaRPr dirty="0"/>
                </a:p>
              </p:txBody>
            </p:sp>
            <p:cxnSp>
              <p:nvCxnSpPr>
                <p:cNvPr id="386" name="Google Shape;386;p27"/>
                <p:cNvCxnSpPr>
                  <a:stCxn id="384" idx="2"/>
                </p:cNvCxnSpPr>
                <p:nvPr/>
              </p:nvCxnSpPr>
              <p:spPr>
                <a:xfrm>
                  <a:off x="8486300" y="3690450"/>
                  <a:ext cx="6900" cy="261300"/>
                </a:xfrm>
                <a:prstGeom prst="straightConnector1">
                  <a:avLst/>
                </a:prstGeom>
                <a:noFill/>
                <a:ln w="9525" cap="flat" cmpd="sng">
                  <a:solidFill>
                    <a:schemeClr val="dk1"/>
                  </a:solidFill>
                  <a:prstDash val="solid"/>
                  <a:round/>
                  <a:headEnd type="none" w="med" len="med"/>
                  <a:tailEnd type="triangle" w="med" len="med"/>
                </a:ln>
              </p:spPr>
            </p:cxnSp>
            <p:cxnSp>
              <p:nvCxnSpPr>
                <p:cNvPr id="387" name="Google Shape;387;p27"/>
                <p:cNvCxnSpPr>
                  <a:stCxn id="385" idx="0"/>
                </p:cNvCxnSpPr>
                <p:nvPr/>
              </p:nvCxnSpPr>
              <p:spPr>
                <a:xfrm rot="10800000" flipH="1">
                  <a:off x="8486300" y="4035600"/>
                  <a:ext cx="4200" cy="232800"/>
                </a:xfrm>
                <a:prstGeom prst="straightConnector1">
                  <a:avLst/>
                </a:prstGeom>
                <a:noFill/>
                <a:ln w="9525" cap="flat" cmpd="sng">
                  <a:solidFill>
                    <a:schemeClr val="dk1"/>
                  </a:solidFill>
                  <a:prstDash val="solid"/>
                  <a:round/>
                  <a:headEnd type="none" w="med" len="med"/>
                  <a:tailEnd type="triangle" w="med" len="med"/>
                </a:ln>
              </p:spPr>
            </p:cxnSp>
          </p:grpSp>
          <p:sp>
            <p:nvSpPr>
              <p:cNvPr id="388" name="Google Shape;388;p27"/>
              <p:cNvSpPr txBox="1"/>
              <p:nvPr/>
            </p:nvSpPr>
            <p:spPr>
              <a:xfrm>
                <a:off x="8141050" y="2389700"/>
                <a:ext cx="6441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600" b="1">
                    <a:latin typeface="Courier New"/>
                    <a:ea typeface="Courier New"/>
                    <a:cs typeface="Courier New"/>
                    <a:sym typeface="Courier New"/>
                  </a:rPr>
                  <a:t>MM</a:t>
                </a:r>
                <a:endParaRPr sz="1600" b="1">
                  <a:latin typeface="Courier New"/>
                  <a:ea typeface="Courier New"/>
                  <a:cs typeface="Courier New"/>
                  <a:sym typeface="Courier New"/>
                </a:endParaRPr>
              </a:p>
            </p:txBody>
          </p:sp>
          <p:sp>
            <p:nvSpPr>
              <p:cNvPr id="389" name="Google Shape;389;p27"/>
              <p:cNvSpPr txBox="1"/>
              <p:nvPr/>
            </p:nvSpPr>
            <p:spPr>
              <a:xfrm>
                <a:off x="7805450" y="4544675"/>
                <a:ext cx="13686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100" b="1" dirty="0">
                    <a:solidFill>
                      <a:srgbClr val="FF0000"/>
                    </a:solidFill>
                    <a:latin typeface="Courier New"/>
                    <a:ea typeface="Courier New"/>
                    <a:cs typeface="Courier New"/>
                    <a:sym typeface="Courier New"/>
                  </a:rPr>
                  <a:t>Address Space</a:t>
                </a:r>
                <a:endParaRPr sz="1100" b="1" dirty="0">
                  <a:solidFill>
                    <a:srgbClr val="FF0000"/>
                  </a:solidFill>
                  <a:latin typeface="Courier New"/>
                  <a:ea typeface="Courier New"/>
                  <a:cs typeface="Courier New"/>
                  <a:sym typeface="Courier New"/>
                </a:endParaRPr>
              </a:p>
            </p:txBody>
          </p:sp>
        </p:grpSp>
        <p:sp>
          <p:nvSpPr>
            <p:cNvPr id="390" name="Google Shape;390;p27"/>
            <p:cNvSpPr/>
            <p:nvPr/>
          </p:nvSpPr>
          <p:spPr>
            <a:xfrm>
              <a:off x="6930600" y="5055800"/>
              <a:ext cx="1446900" cy="468300"/>
            </a:xfrm>
            <a:prstGeom prst="rect">
              <a:avLst/>
            </a:prstGeom>
            <a:solidFill>
              <a:srgbClr val="B6D7A8"/>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b="1">
                  <a:latin typeface="Courier New"/>
                  <a:ea typeface="Courier New"/>
                  <a:cs typeface="Courier New"/>
                  <a:sym typeface="Courier New"/>
                </a:rPr>
                <a:t>I/O</a:t>
              </a:r>
              <a:endParaRPr b="1">
                <a:latin typeface="Courier New"/>
                <a:ea typeface="Courier New"/>
                <a:cs typeface="Courier New"/>
                <a:sym typeface="Courier New"/>
              </a:endParaRPr>
            </a:p>
          </p:txBody>
        </p:sp>
      </p:grpSp>
      <p:cxnSp>
        <p:nvCxnSpPr>
          <p:cNvPr id="391" name="Google Shape;391;p27"/>
          <p:cNvCxnSpPr/>
          <p:nvPr/>
        </p:nvCxnSpPr>
        <p:spPr>
          <a:xfrm>
            <a:off x="5918825" y="3486800"/>
            <a:ext cx="1401900" cy="4500"/>
          </a:xfrm>
          <a:prstGeom prst="straightConnector1">
            <a:avLst/>
          </a:prstGeom>
          <a:noFill/>
          <a:ln w="38100" cap="flat" cmpd="sng">
            <a:solidFill>
              <a:srgbClr val="0B6937"/>
            </a:solidFill>
            <a:prstDash val="solid"/>
            <a:round/>
            <a:headEnd type="none" w="med" len="med"/>
            <a:tailEnd type="triangle" w="med" len="med"/>
          </a:ln>
        </p:spPr>
      </p:cxnSp>
      <p:pic>
        <p:nvPicPr>
          <p:cNvPr id="392" name="Google Shape;392;p27"/>
          <p:cNvPicPr preferRelativeResize="0"/>
          <p:nvPr/>
        </p:nvPicPr>
        <p:blipFill>
          <a:blip r:embed="rId4">
            <a:alphaModFix/>
          </a:blip>
          <a:stretch>
            <a:fillRect/>
          </a:stretch>
        </p:blipFill>
        <p:spPr>
          <a:xfrm flipH="1">
            <a:off x="6130975" y="2704300"/>
            <a:ext cx="787000" cy="787000"/>
          </a:xfrm>
          <a:prstGeom prst="rect">
            <a:avLst/>
          </a:prstGeom>
          <a:noFill/>
          <a:ln>
            <a:noFill/>
          </a:ln>
        </p:spPr>
      </p:pic>
      <p:sp>
        <p:nvSpPr>
          <p:cNvPr id="393" name="Google Shape;393;p27"/>
          <p:cNvSpPr txBox="1"/>
          <p:nvPr/>
        </p:nvSpPr>
        <p:spPr>
          <a:xfrm>
            <a:off x="1008132" y="1863409"/>
            <a:ext cx="6037500" cy="507900"/>
          </a:xfrm>
          <a:prstGeom prst="rect">
            <a:avLst/>
          </a:prstGeom>
          <a:solidFill>
            <a:srgbClr val="FFF2CC"/>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2100" b="1" dirty="0">
                <a:latin typeface="Courier New"/>
                <a:ea typeface="Courier New"/>
                <a:cs typeface="Courier New"/>
                <a:sym typeface="Courier New"/>
              </a:rPr>
              <a:t>Proceso = CPU + </a:t>
            </a:r>
            <a:r>
              <a:rPr lang="es-ES" sz="2100" b="1" dirty="0">
                <a:solidFill>
                  <a:srgbClr val="C00000"/>
                </a:solidFill>
                <a:latin typeface="Courier New"/>
                <a:ea typeface="Courier New"/>
                <a:cs typeface="Courier New"/>
                <a:sym typeface="Courier New"/>
              </a:rPr>
              <a:t>Memory</a:t>
            </a:r>
            <a:r>
              <a:rPr lang="es-ES" sz="2100" b="1" dirty="0">
                <a:latin typeface="Courier New"/>
                <a:ea typeface="Courier New"/>
                <a:cs typeface="Courier New"/>
                <a:sym typeface="Courier New"/>
              </a:rPr>
              <a:t> + I/O Info</a:t>
            </a:r>
            <a:endParaRPr sz="2100" b="1" dirty="0">
              <a:latin typeface="Courier New"/>
              <a:ea typeface="Courier New"/>
              <a:cs typeface="Courier New"/>
              <a:sym typeface="Courier New"/>
            </a:endParaRPr>
          </a:p>
        </p:txBody>
      </p:sp>
      <p:pic>
        <p:nvPicPr>
          <p:cNvPr id="394" name="Google Shape;394;p27"/>
          <p:cNvPicPr preferRelativeResize="0"/>
          <p:nvPr/>
        </p:nvPicPr>
        <p:blipFill>
          <a:blip r:embed="rId5">
            <a:alphaModFix/>
          </a:blip>
          <a:stretch>
            <a:fillRect/>
          </a:stretch>
        </p:blipFill>
        <p:spPr>
          <a:xfrm>
            <a:off x="2421088" y="4620713"/>
            <a:ext cx="418425" cy="443625"/>
          </a:xfrm>
          <a:prstGeom prst="rect">
            <a:avLst/>
          </a:prstGeom>
          <a:noFill/>
          <a:ln>
            <a:noFill/>
          </a:ln>
        </p:spPr>
      </p:pic>
      <p:pic>
        <p:nvPicPr>
          <p:cNvPr id="395" name="Google Shape;395;p27"/>
          <p:cNvPicPr preferRelativeResize="0"/>
          <p:nvPr/>
        </p:nvPicPr>
        <p:blipFill>
          <a:blip r:embed="rId6">
            <a:alphaModFix/>
          </a:blip>
          <a:stretch>
            <a:fillRect/>
          </a:stretch>
        </p:blipFill>
        <p:spPr>
          <a:xfrm>
            <a:off x="2384350" y="3985213"/>
            <a:ext cx="509450" cy="460675"/>
          </a:xfrm>
          <a:prstGeom prst="rect">
            <a:avLst/>
          </a:prstGeom>
          <a:noFill/>
          <a:ln>
            <a:noFill/>
          </a:ln>
        </p:spPr>
      </p:pic>
      <p:pic>
        <p:nvPicPr>
          <p:cNvPr id="396" name="Google Shape;396;p27"/>
          <p:cNvPicPr preferRelativeResize="0"/>
          <p:nvPr/>
        </p:nvPicPr>
        <p:blipFill>
          <a:blip r:embed="rId7">
            <a:alphaModFix/>
          </a:blip>
          <a:stretch>
            <a:fillRect/>
          </a:stretch>
        </p:blipFill>
        <p:spPr>
          <a:xfrm>
            <a:off x="1178225" y="3995140"/>
            <a:ext cx="1134175" cy="1138660"/>
          </a:xfrm>
          <a:prstGeom prst="rect">
            <a:avLst/>
          </a:prstGeom>
          <a:noFill/>
          <a:ln>
            <a:noFill/>
          </a:ln>
        </p:spPr>
      </p:pic>
      <p:pic>
        <p:nvPicPr>
          <p:cNvPr id="397" name="Google Shape;397;p27"/>
          <p:cNvPicPr preferRelativeResize="0"/>
          <p:nvPr/>
        </p:nvPicPr>
        <p:blipFill>
          <a:blip r:embed="rId8">
            <a:alphaModFix/>
          </a:blip>
          <a:stretch>
            <a:fillRect/>
          </a:stretch>
        </p:blipFill>
        <p:spPr>
          <a:xfrm>
            <a:off x="4363559" y="3036049"/>
            <a:ext cx="1410191" cy="959100"/>
          </a:xfrm>
          <a:prstGeom prst="rect">
            <a:avLst/>
          </a:prstGeom>
          <a:noFill/>
          <a:ln>
            <a:noFill/>
          </a:ln>
        </p:spPr>
      </p:pic>
      <p:pic>
        <p:nvPicPr>
          <p:cNvPr id="398" name="Google Shape;398;p27"/>
          <p:cNvPicPr preferRelativeResize="0"/>
          <p:nvPr/>
        </p:nvPicPr>
        <p:blipFill>
          <a:blip r:embed="rId9">
            <a:alphaModFix/>
          </a:blip>
          <a:stretch>
            <a:fillRect/>
          </a:stretch>
        </p:blipFill>
        <p:spPr>
          <a:xfrm>
            <a:off x="4313862" y="5002989"/>
            <a:ext cx="1549725" cy="921712"/>
          </a:xfrm>
          <a:prstGeom prst="rect">
            <a:avLst/>
          </a:prstGeom>
          <a:noFill/>
          <a:ln>
            <a:noFill/>
          </a:ln>
        </p:spPr>
      </p:pic>
      <p:pic>
        <p:nvPicPr>
          <p:cNvPr id="399" name="Google Shape;399;p27"/>
          <p:cNvPicPr preferRelativeResize="0"/>
          <p:nvPr/>
        </p:nvPicPr>
        <p:blipFill>
          <a:blip r:embed="rId3">
            <a:alphaModFix/>
          </a:blip>
          <a:stretch>
            <a:fillRect/>
          </a:stretch>
        </p:blipFill>
        <p:spPr>
          <a:xfrm>
            <a:off x="4603532" y="5985650"/>
            <a:ext cx="970343" cy="787000"/>
          </a:xfrm>
          <a:prstGeom prst="rect">
            <a:avLst/>
          </a:prstGeom>
          <a:noFill/>
          <a:ln>
            <a:noFill/>
          </a:ln>
        </p:spPr>
      </p:pic>
      <p:cxnSp>
        <p:nvCxnSpPr>
          <p:cNvPr id="400" name="Google Shape;400;p27"/>
          <p:cNvCxnSpPr/>
          <p:nvPr/>
        </p:nvCxnSpPr>
        <p:spPr>
          <a:xfrm rot="10800000" flipH="1">
            <a:off x="3086875" y="3486800"/>
            <a:ext cx="1131600" cy="582900"/>
          </a:xfrm>
          <a:prstGeom prst="straightConnector1">
            <a:avLst/>
          </a:prstGeom>
          <a:noFill/>
          <a:ln w="38100" cap="flat" cmpd="sng">
            <a:solidFill>
              <a:schemeClr val="accent2"/>
            </a:solidFill>
            <a:prstDash val="solid"/>
            <a:round/>
            <a:headEnd type="none" w="med" len="med"/>
            <a:tailEnd type="triangle" w="med" len="med"/>
          </a:ln>
        </p:spPr>
      </p:cxnSp>
      <p:cxnSp>
        <p:nvCxnSpPr>
          <p:cNvPr id="401" name="Google Shape;401;p27"/>
          <p:cNvCxnSpPr/>
          <p:nvPr/>
        </p:nvCxnSpPr>
        <p:spPr>
          <a:xfrm>
            <a:off x="3075225" y="4862800"/>
            <a:ext cx="1002900" cy="641400"/>
          </a:xfrm>
          <a:prstGeom prst="straightConnector1">
            <a:avLst/>
          </a:prstGeom>
          <a:noFill/>
          <a:ln w="38100" cap="flat" cmpd="sng">
            <a:solidFill>
              <a:srgbClr val="ED7D31"/>
            </a:solidFill>
            <a:prstDash val="solid"/>
            <a:round/>
            <a:headEnd type="none" w="med" len="med"/>
            <a:tailEnd type="triangle" w="med" len="med"/>
          </a:ln>
        </p:spPr>
      </p:cxnSp>
      <p:pic>
        <p:nvPicPr>
          <p:cNvPr id="402" name="Google Shape;402;p27"/>
          <p:cNvPicPr preferRelativeResize="0"/>
          <p:nvPr/>
        </p:nvPicPr>
        <p:blipFill>
          <a:blip r:embed="rId10">
            <a:alphaModFix/>
          </a:blip>
          <a:stretch>
            <a:fillRect/>
          </a:stretch>
        </p:blipFill>
        <p:spPr>
          <a:xfrm>
            <a:off x="10635300" y="2285900"/>
            <a:ext cx="418399" cy="4183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28"/>
          <p:cNvSpPr txBox="1">
            <a:spLocks noGrp="1"/>
          </p:cNvSpPr>
          <p:nvPr>
            <p:ph type="title"/>
          </p:nvPr>
        </p:nvSpPr>
        <p:spPr>
          <a:xfrm>
            <a:off x="560439" y="96038"/>
            <a:ext cx="11017045"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Virtualización de Memoria - Contextualización</a:t>
            </a:r>
            <a:endParaRPr dirty="0">
              <a:solidFill>
                <a:schemeClr val="tx1"/>
              </a:solidFill>
            </a:endParaRPr>
          </a:p>
        </p:txBody>
      </p:sp>
      <p:pic>
        <p:nvPicPr>
          <p:cNvPr id="409" name="Google Shape;409;p28"/>
          <p:cNvPicPr preferRelativeResize="0"/>
          <p:nvPr/>
        </p:nvPicPr>
        <p:blipFill>
          <a:blip r:embed="rId3">
            <a:alphaModFix/>
          </a:blip>
          <a:stretch>
            <a:fillRect/>
          </a:stretch>
        </p:blipFill>
        <p:spPr>
          <a:xfrm>
            <a:off x="1273477" y="1519713"/>
            <a:ext cx="1095375" cy="1114425"/>
          </a:xfrm>
          <a:prstGeom prst="rect">
            <a:avLst/>
          </a:prstGeom>
          <a:noFill/>
          <a:ln>
            <a:noFill/>
          </a:ln>
        </p:spPr>
      </p:pic>
      <p:sp>
        <p:nvSpPr>
          <p:cNvPr id="410" name="Google Shape;410;p28"/>
          <p:cNvSpPr txBox="1"/>
          <p:nvPr/>
        </p:nvSpPr>
        <p:spPr>
          <a:xfrm>
            <a:off x="4004803" y="1041888"/>
            <a:ext cx="7018797" cy="4755000"/>
          </a:xfrm>
          <a:prstGeom prst="rect">
            <a:avLst/>
          </a:prstGeom>
          <a:noFill/>
          <a:ln>
            <a:solidFill>
              <a:schemeClr val="tx1"/>
            </a:solid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a:t>
            </a:r>
            <a:r>
              <a:rPr lang="es-ES" sz="1400" dirty="0">
                <a:solidFill>
                  <a:srgbClr val="D73A49"/>
                </a:solidFill>
                <a:highlight>
                  <a:srgbClr val="FFFFFF"/>
                </a:highlight>
                <a:latin typeface="Consolas" panose="020B0609020204030204" pitchFamily="49" charset="0"/>
                <a:ea typeface="Courier New"/>
                <a:cs typeface="Courier New"/>
                <a:sym typeface="Courier New"/>
              </a:rPr>
              <a:t>include</a:t>
            </a: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a:solidFill>
                  <a:srgbClr val="032F62"/>
                </a:solidFill>
                <a:highlight>
                  <a:srgbClr val="FFFFFF"/>
                </a:highlight>
                <a:latin typeface="Consolas" panose="020B0609020204030204" pitchFamily="49" charset="0"/>
                <a:ea typeface="Courier New"/>
                <a:cs typeface="Courier New"/>
                <a:sym typeface="Courier New"/>
              </a:rPr>
              <a:t>&lt;</a:t>
            </a:r>
            <a:r>
              <a:rPr lang="es-ES" sz="1400" dirty="0" err="1">
                <a:solidFill>
                  <a:srgbClr val="032F62"/>
                </a:solidFill>
                <a:highlight>
                  <a:srgbClr val="FFFFFF"/>
                </a:highlight>
                <a:latin typeface="Consolas" panose="020B0609020204030204" pitchFamily="49" charset="0"/>
                <a:ea typeface="Courier New"/>
                <a:cs typeface="Courier New"/>
                <a:sym typeface="Courier New"/>
              </a:rPr>
              <a:t>unistd.h</a:t>
            </a:r>
            <a:r>
              <a:rPr lang="es-ES" sz="1400" dirty="0">
                <a:solidFill>
                  <a:srgbClr val="032F62"/>
                </a:solidFill>
                <a:highlight>
                  <a:srgbClr val="FFFFFF"/>
                </a:highlight>
                <a:latin typeface="Consolas" panose="020B0609020204030204" pitchFamily="49" charset="0"/>
                <a:ea typeface="Courier New"/>
                <a:cs typeface="Courier New"/>
                <a:sym typeface="Courier New"/>
              </a:rPr>
              <a:t>&gt;</a:t>
            </a:r>
            <a:endParaRPr sz="1400" dirty="0">
              <a:solidFill>
                <a:srgbClr val="032F62"/>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a:t>
            </a:r>
            <a:r>
              <a:rPr lang="es-ES" sz="1400" dirty="0">
                <a:solidFill>
                  <a:srgbClr val="D73A49"/>
                </a:solidFill>
                <a:highlight>
                  <a:srgbClr val="FFFFFF"/>
                </a:highlight>
                <a:latin typeface="Consolas" panose="020B0609020204030204" pitchFamily="49" charset="0"/>
                <a:ea typeface="Courier New"/>
                <a:cs typeface="Courier New"/>
                <a:sym typeface="Courier New"/>
              </a:rPr>
              <a:t>include</a:t>
            </a: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a:solidFill>
                  <a:srgbClr val="032F62"/>
                </a:solidFill>
                <a:highlight>
                  <a:srgbClr val="FFFFFF"/>
                </a:highlight>
                <a:latin typeface="Consolas" panose="020B0609020204030204" pitchFamily="49" charset="0"/>
                <a:ea typeface="Courier New"/>
                <a:cs typeface="Courier New"/>
                <a:sym typeface="Courier New"/>
              </a:rPr>
              <a:t>&lt;</a:t>
            </a:r>
            <a:r>
              <a:rPr lang="es-ES" sz="1400" dirty="0" err="1">
                <a:solidFill>
                  <a:srgbClr val="032F62"/>
                </a:solidFill>
                <a:highlight>
                  <a:srgbClr val="FFFFFF"/>
                </a:highlight>
                <a:latin typeface="Consolas" panose="020B0609020204030204" pitchFamily="49" charset="0"/>
                <a:ea typeface="Courier New"/>
                <a:cs typeface="Courier New"/>
                <a:sym typeface="Courier New"/>
              </a:rPr>
              <a:t>stdio.h</a:t>
            </a:r>
            <a:r>
              <a:rPr lang="es-ES" sz="1400" dirty="0">
                <a:solidFill>
                  <a:srgbClr val="032F62"/>
                </a:solidFill>
                <a:highlight>
                  <a:srgbClr val="FFFFFF"/>
                </a:highlight>
                <a:latin typeface="Consolas" panose="020B0609020204030204" pitchFamily="49" charset="0"/>
                <a:ea typeface="Courier New"/>
                <a:cs typeface="Courier New"/>
                <a:sym typeface="Courier New"/>
              </a:rPr>
              <a:t>&gt;</a:t>
            </a:r>
            <a:endParaRPr sz="1400" dirty="0">
              <a:solidFill>
                <a:srgbClr val="032F62"/>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a:t>
            </a:r>
            <a:r>
              <a:rPr lang="es-ES" sz="1400" dirty="0">
                <a:solidFill>
                  <a:srgbClr val="D73A49"/>
                </a:solidFill>
                <a:highlight>
                  <a:srgbClr val="FFFFFF"/>
                </a:highlight>
                <a:latin typeface="Consolas" panose="020B0609020204030204" pitchFamily="49" charset="0"/>
                <a:ea typeface="Courier New"/>
                <a:cs typeface="Courier New"/>
                <a:sym typeface="Courier New"/>
              </a:rPr>
              <a:t>include</a:t>
            </a: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a:solidFill>
                  <a:srgbClr val="032F62"/>
                </a:solidFill>
                <a:highlight>
                  <a:srgbClr val="FFFFFF"/>
                </a:highlight>
                <a:latin typeface="Consolas" panose="020B0609020204030204" pitchFamily="49" charset="0"/>
                <a:ea typeface="Courier New"/>
                <a:cs typeface="Courier New"/>
                <a:sym typeface="Courier New"/>
              </a:rPr>
              <a:t>&lt;</a:t>
            </a:r>
            <a:r>
              <a:rPr lang="es-ES" sz="1400" dirty="0" err="1">
                <a:solidFill>
                  <a:srgbClr val="032F62"/>
                </a:solidFill>
                <a:highlight>
                  <a:srgbClr val="FFFFFF"/>
                </a:highlight>
                <a:latin typeface="Consolas" panose="020B0609020204030204" pitchFamily="49" charset="0"/>
                <a:ea typeface="Courier New"/>
                <a:cs typeface="Courier New"/>
                <a:sym typeface="Courier New"/>
              </a:rPr>
              <a:t>stdlib.h</a:t>
            </a:r>
            <a:r>
              <a:rPr lang="es-ES" sz="1400" dirty="0">
                <a:solidFill>
                  <a:srgbClr val="032F62"/>
                </a:solidFill>
                <a:highlight>
                  <a:srgbClr val="FFFFFF"/>
                </a:highlight>
                <a:latin typeface="Consolas" panose="020B0609020204030204" pitchFamily="49" charset="0"/>
                <a:ea typeface="Courier New"/>
                <a:cs typeface="Courier New"/>
                <a:sym typeface="Courier New"/>
              </a:rPr>
              <a:t>&gt;</a:t>
            </a:r>
            <a:endParaRPr sz="1400" dirty="0">
              <a:solidFill>
                <a:srgbClr val="032F62"/>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a:t>
            </a:r>
            <a:r>
              <a:rPr lang="es-ES" sz="1400" dirty="0">
                <a:solidFill>
                  <a:srgbClr val="D73A49"/>
                </a:solidFill>
                <a:highlight>
                  <a:srgbClr val="FFFFFF"/>
                </a:highlight>
                <a:latin typeface="Consolas" panose="020B0609020204030204" pitchFamily="49" charset="0"/>
                <a:ea typeface="Courier New"/>
                <a:cs typeface="Courier New"/>
                <a:sym typeface="Courier New"/>
              </a:rPr>
              <a:t>include</a:t>
            </a: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a:solidFill>
                  <a:srgbClr val="032F62"/>
                </a:solidFill>
                <a:highlight>
                  <a:srgbClr val="FFFFFF"/>
                </a:highlight>
                <a:latin typeface="Consolas" panose="020B0609020204030204" pitchFamily="49" charset="0"/>
                <a:ea typeface="Courier New"/>
                <a:cs typeface="Courier New"/>
                <a:sym typeface="Courier New"/>
              </a:rPr>
              <a:t>"</a:t>
            </a:r>
            <a:r>
              <a:rPr lang="es-ES" sz="1400" dirty="0" err="1">
                <a:solidFill>
                  <a:srgbClr val="032F62"/>
                </a:solidFill>
                <a:highlight>
                  <a:srgbClr val="FFFFFF"/>
                </a:highlight>
                <a:latin typeface="Consolas" panose="020B0609020204030204" pitchFamily="49" charset="0"/>
                <a:ea typeface="Courier New"/>
                <a:cs typeface="Courier New"/>
                <a:sym typeface="Courier New"/>
              </a:rPr>
              <a:t>common.h</a:t>
            </a:r>
            <a:r>
              <a:rPr lang="es-ES" sz="1400" dirty="0">
                <a:solidFill>
                  <a:srgbClr val="032F62"/>
                </a:solidFill>
                <a:highlight>
                  <a:srgbClr val="FFFFFF"/>
                </a:highlight>
                <a:latin typeface="Consolas" panose="020B0609020204030204" pitchFamily="49" charset="0"/>
                <a:ea typeface="Courier New"/>
                <a:cs typeface="Courier New"/>
                <a:sym typeface="Courier New"/>
              </a:rPr>
              <a:t>"</a:t>
            </a:r>
            <a:endParaRPr sz="1400" dirty="0">
              <a:solidFill>
                <a:srgbClr val="032F62"/>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D73A49"/>
                </a:solidFill>
                <a:highlight>
                  <a:srgbClr val="FFFFFF"/>
                </a:highlight>
                <a:latin typeface="Consolas" panose="020B0609020204030204" pitchFamily="49" charset="0"/>
                <a:ea typeface="Courier New"/>
                <a:cs typeface="Courier New"/>
                <a:sym typeface="Courier New"/>
              </a:rPr>
              <a:t>int</a:t>
            </a: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a:solidFill>
                  <a:srgbClr val="6F42C1"/>
                </a:solidFill>
                <a:highlight>
                  <a:srgbClr val="FFFFFF"/>
                </a:highlight>
                <a:latin typeface="Consolas" panose="020B0609020204030204" pitchFamily="49" charset="0"/>
                <a:ea typeface="Courier New"/>
                <a:cs typeface="Courier New"/>
                <a:sym typeface="Courier New"/>
              </a:rPr>
              <a:t>main</a:t>
            </a:r>
            <a:r>
              <a:rPr lang="es-ES" sz="1400" dirty="0">
                <a:solidFill>
                  <a:srgbClr val="24292E"/>
                </a:solidFill>
                <a:highlight>
                  <a:srgbClr val="FFFFFF"/>
                </a:highlight>
                <a:latin typeface="Consolas" panose="020B0609020204030204" pitchFamily="49" charset="0"/>
                <a:ea typeface="Courier New"/>
                <a:cs typeface="Courier New"/>
                <a:sym typeface="Courier New"/>
              </a:rPr>
              <a:t>(</a:t>
            </a:r>
            <a:r>
              <a:rPr lang="es-ES" sz="1400" dirty="0">
                <a:solidFill>
                  <a:srgbClr val="D73A49"/>
                </a:solidFill>
                <a:highlight>
                  <a:srgbClr val="FFFFFF"/>
                </a:highlight>
                <a:latin typeface="Consolas" panose="020B0609020204030204" pitchFamily="49" charset="0"/>
                <a:ea typeface="Courier New"/>
                <a:cs typeface="Courier New"/>
                <a:sym typeface="Courier New"/>
              </a:rPr>
              <a:t>int</a:t>
            </a: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err="1">
                <a:solidFill>
                  <a:srgbClr val="24292E"/>
                </a:solidFill>
                <a:highlight>
                  <a:srgbClr val="FFFFFF"/>
                </a:highlight>
                <a:latin typeface="Consolas" panose="020B0609020204030204" pitchFamily="49" charset="0"/>
                <a:ea typeface="Courier New"/>
                <a:cs typeface="Courier New"/>
                <a:sym typeface="Courier New"/>
              </a:rPr>
              <a:t>argc</a:t>
            </a: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err="1">
                <a:solidFill>
                  <a:srgbClr val="D73A49"/>
                </a:solidFill>
                <a:highlight>
                  <a:srgbClr val="FFFFFF"/>
                </a:highlight>
                <a:latin typeface="Consolas" panose="020B0609020204030204" pitchFamily="49" charset="0"/>
                <a:ea typeface="Courier New"/>
                <a:cs typeface="Courier New"/>
                <a:sym typeface="Courier New"/>
              </a:rPr>
              <a:t>char</a:t>
            </a: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err="1">
                <a:solidFill>
                  <a:srgbClr val="24292E"/>
                </a:solidFill>
                <a:highlight>
                  <a:srgbClr val="FFFFFF"/>
                </a:highlight>
                <a:latin typeface="Consolas" panose="020B0609020204030204" pitchFamily="49" charset="0"/>
                <a:ea typeface="Courier New"/>
                <a:cs typeface="Courier New"/>
                <a:sym typeface="Courier New"/>
              </a:rPr>
              <a:t>argv</a:t>
            </a:r>
            <a:r>
              <a:rPr lang="es-ES" sz="1400" dirty="0">
                <a:solidFill>
                  <a:srgbClr val="24292E"/>
                </a:solidFill>
                <a:highlight>
                  <a:srgbClr val="FFFFFF"/>
                </a:highlight>
                <a:latin typeface="Consolas" panose="020B0609020204030204" pitchFamily="49" charset="0"/>
                <a:ea typeface="Courier New"/>
                <a:cs typeface="Courier New"/>
                <a:sym typeface="Courier New"/>
              </a:rPr>
              <a:t>[]) {</a:t>
            </a: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err="1">
                <a:solidFill>
                  <a:srgbClr val="D73A49"/>
                </a:solidFill>
                <a:highlight>
                  <a:srgbClr val="FFFFFF"/>
                </a:highlight>
                <a:latin typeface="Consolas" panose="020B0609020204030204" pitchFamily="49" charset="0"/>
                <a:ea typeface="Courier New"/>
                <a:cs typeface="Courier New"/>
                <a:sym typeface="Courier New"/>
              </a:rPr>
              <a:t>if</a:t>
            </a: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err="1">
                <a:solidFill>
                  <a:srgbClr val="24292E"/>
                </a:solidFill>
                <a:highlight>
                  <a:srgbClr val="FFFFFF"/>
                </a:highlight>
                <a:latin typeface="Consolas" panose="020B0609020204030204" pitchFamily="49" charset="0"/>
                <a:ea typeface="Courier New"/>
                <a:cs typeface="Courier New"/>
                <a:sym typeface="Courier New"/>
              </a:rPr>
              <a:t>argc</a:t>
            </a:r>
            <a:r>
              <a:rPr lang="es-ES" sz="1400" dirty="0">
                <a:solidFill>
                  <a:srgbClr val="24292E"/>
                </a:solidFill>
                <a:highlight>
                  <a:srgbClr val="FFFFFF"/>
                </a:highlight>
                <a:latin typeface="Consolas" panose="020B0609020204030204" pitchFamily="49" charset="0"/>
                <a:ea typeface="Courier New"/>
                <a:cs typeface="Courier New"/>
                <a:sym typeface="Courier New"/>
              </a:rPr>
              <a:t> != </a:t>
            </a:r>
            <a:r>
              <a:rPr lang="es-ES" sz="1400" dirty="0">
                <a:solidFill>
                  <a:srgbClr val="005CC5"/>
                </a:solidFill>
                <a:highlight>
                  <a:srgbClr val="FFFFFF"/>
                </a:highlight>
                <a:latin typeface="Consolas" panose="020B0609020204030204" pitchFamily="49" charset="0"/>
                <a:ea typeface="Courier New"/>
                <a:cs typeface="Courier New"/>
                <a:sym typeface="Courier New"/>
              </a:rPr>
              <a:t>2</a:t>
            </a:r>
            <a:r>
              <a:rPr lang="es-ES" sz="1400" dirty="0">
                <a:solidFill>
                  <a:srgbClr val="24292E"/>
                </a:solidFill>
                <a:highlight>
                  <a:srgbClr val="FFFFFF"/>
                </a:highlight>
                <a:latin typeface="Consolas" panose="020B0609020204030204" pitchFamily="49" charset="0"/>
                <a:ea typeface="Courier New"/>
                <a:cs typeface="Courier New"/>
                <a:sym typeface="Courier New"/>
              </a:rPr>
              <a:t>) {</a:t>
            </a: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err="1">
                <a:solidFill>
                  <a:srgbClr val="005CC5"/>
                </a:solidFill>
                <a:highlight>
                  <a:srgbClr val="FFFFFF"/>
                </a:highlight>
                <a:latin typeface="Consolas" panose="020B0609020204030204" pitchFamily="49" charset="0"/>
                <a:ea typeface="Courier New"/>
                <a:cs typeface="Courier New"/>
                <a:sym typeface="Courier New"/>
              </a:rPr>
              <a:t>fprintf</a:t>
            </a:r>
            <a:r>
              <a:rPr lang="es-ES" sz="1400" dirty="0">
                <a:solidFill>
                  <a:srgbClr val="24292E"/>
                </a:solidFill>
                <a:highlight>
                  <a:srgbClr val="FFFFFF"/>
                </a:highlight>
                <a:latin typeface="Consolas" panose="020B0609020204030204" pitchFamily="49" charset="0"/>
                <a:ea typeface="Courier New"/>
                <a:cs typeface="Courier New"/>
                <a:sym typeface="Courier New"/>
              </a:rPr>
              <a:t>(</a:t>
            </a:r>
            <a:r>
              <a:rPr lang="es-ES" sz="1400" dirty="0" err="1">
                <a:solidFill>
                  <a:srgbClr val="24292E"/>
                </a:solidFill>
                <a:highlight>
                  <a:srgbClr val="FFFFFF"/>
                </a:highlight>
                <a:latin typeface="Consolas" panose="020B0609020204030204" pitchFamily="49" charset="0"/>
                <a:ea typeface="Courier New"/>
                <a:cs typeface="Courier New"/>
                <a:sym typeface="Courier New"/>
              </a:rPr>
              <a:t>stderr</a:t>
            </a: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a:solidFill>
                  <a:srgbClr val="032F62"/>
                </a:solidFill>
                <a:highlight>
                  <a:srgbClr val="FFFFFF"/>
                </a:highlight>
                <a:latin typeface="Consolas" panose="020B0609020204030204" pitchFamily="49" charset="0"/>
                <a:ea typeface="Courier New"/>
                <a:cs typeface="Courier New"/>
                <a:sym typeface="Courier New"/>
              </a:rPr>
              <a:t>"</a:t>
            </a:r>
            <a:r>
              <a:rPr lang="es-ES" sz="1400" dirty="0" err="1">
                <a:solidFill>
                  <a:srgbClr val="032F62"/>
                </a:solidFill>
                <a:highlight>
                  <a:srgbClr val="FFFFFF"/>
                </a:highlight>
                <a:latin typeface="Consolas" panose="020B0609020204030204" pitchFamily="49" charset="0"/>
                <a:ea typeface="Courier New"/>
                <a:cs typeface="Courier New"/>
                <a:sym typeface="Courier New"/>
              </a:rPr>
              <a:t>usage</a:t>
            </a:r>
            <a:r>
              <a:rPr lang="es-ES" sz="1400" dirty="0">
                <a:solidFill>
                  <a:srgbClr val="032F62"/>
                </a:solidFill>
                <a:highlight>
                  <a:srgbClr val="FFFFFF"/>
                </a:highlight>
                <a:latin typeface="Consolas" panose="020B0609020204030204" pitchFamily="49" charset="0"/>
                <a:ea typeface="Courier New"/>
                <a:cs typeface="Courier New"/>
                <a:sym typeface="Courier New"/>
              </a:rPr>
              <a:t>: </a:t>
            </a:r>
            <a:r>
              <a:rPr lang="es-ES" sz="1400" dirty="0" err="1">
                <a:solidFill>
                  <a:srgbClr val="032F62"/>
                </a:solidFill>
                <a:highlight>
                  <a:srgbClr val="FFFFFF"/>
                </a:highlight>
                <a:latin typeface="Consolas" panose="020B0609020204030204" pitchFamily="49" charset="0"/>
                <a:ea typeface="Courier New"/>
                <a:cs typeface="Courier New"/>
                <a:sym typeface="Courier New"/>
              </a:rPr>
              <a:t>mem</a:t>
            </a:r>
            <a:r>
              <a:rPr lang="es-ES" sz="1400" dirty="0">
                <a:solidFill>
                  <a:srgbClr val="032F62"/>
                </a:solidFill>
                <a:highlight>
                  <a:srgbClr val="FFFFFF"/>
                </a:highlight>
                <a:latin typeface="Consolas" panose="020B0609020204030204" pitchFamily="49" charset="0"/>
                <a:ea typeface="Courier New"/>
                <a:cs typeface="Courier New"/>
                <a:sym typeface="Courier New"/>
              </a:rPr>
              <a:t> &lt;</a:t>
            </a:r>
            <a:r>
              <a:rPr lang="es-ES" sz="1400" dirty="0" err="1">
                <a:solidFill>
                  <a:srgbClr val="032F62"/>
                </a:solidFill>
                <a:highlight>
                  <a:srgbClr val="FFFFFF"/>
                </a:highlight>
                <a:latin typeface="Consolas" panose="020B0609020204030204" pitchFamily="49" charset="0"/>
                <a:ea typeface="Courier New"/>
                <a:cs typeface="Courier New"/>
                <a:sym typeface="Courier New"/>
              </a:rPr>
              <a:t>value</a:t>
            </a:r>
            <a:r>
              <a:rPr lang="es-ES" sz="1400" dirty="0">
                <a:solidFill>
                  <a:srgbClr val="032F62"/>
                </a:solidFill>
                <a:highlight>
                  <a:srgbClr val="FFFFFF"/>
                </a:highlight>
                <a:latin typeface="Consolas" panose="020B0609020204030204" pitchFamily="49" charset="0"/>
                <a:ea typeface="Courier New"/>
                <a:cs typeface="Courier New"/>
                <a:sym typeface="Courier New"/>
              </a:rPr>
              <a:t>&gt;\n"</a:t>
            </a:r>
            <a:r>
              <a:rPr lang="es-ES" sz="1400" dirty="0">
                <a:solidFill>
                  <a:srgbClr val="24292E"/>
                </a:solidFill>
                <a:highlight>
                  <a:srgbClr val="FFFFFF"/>
                </a:highlight>
                <a:latin typeface="Consolas" panose="020B0609020204030204" pitchFamily="49" charset="0"/>
                <a:ea typeface="Courier New"/>
                <a:cs typeface="Courier New"/>
                <a:sym typeface="Courier New"/>
              </a:rPr>
              <a:t>);</a:t>
            </a: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err="1">
                <a:solidFill>
                  <a:srgbClr val="005CC5"/>
                </a:solidFill>
                <a:highlight>
                  <a:srgbClr val="FFFFFF"/>
                </a:highlight>
                <a:latin typeface="Consolas" panose="020B0609020204030204" pitchFamily="49" charset="0"/>
                <a:ea typeface="Courier New"/>
                <a:cs typeface="Courier New"/>
                <a:sym typeface="Courier New"/>
              </a:rPr>
              <a:t>exit</a:t>
            </a:r>
            <a:r>
              <a:rPr lang="es-ES" sz="1400" dirty="0">
                <a:solidFill>
                  <a:srgbClr val="24292E"/>
                </a:solidFill>
                <a:highlight>
                  <a:srgbClr val="FFFFFF"/>
                </a:highlight>
                <a:latin typeface="Consolas" panose="020B0609020204030204" pitchFamily="49" charset="0"/>
                <a:ea typeface="Courier New"/>
                <a:cs typeface="Courier New"/>
                <a:sym typeface="Courier New"/>
              </a:rPr>
              <a:t>(</a:t>
            </a:r>
            <a:r>
              <a:rPr lang="es-ES" sz="1400" dirty="0">
                <a:solidFill>
                  <a:srgbClr val="005CC5"/>
                </a:solidFill>
                <a:highlight>
                  <a:srgbClr val="FFFFFF"/>
                </a:highlight>
                <a:latin typeface="Consolas" panose="020B0609020204030204" pitchFamily="49" charset="0"/>
                <a:ea typeface="Courier New"/>
                <a:cs typeface="Courier New"/>
                <a:sym typeface="Courier New"/>
              </a:rPr>
              <a:t>1</a:t>
            </a:r>
            <a:r>
              <a:rPr lang="es-ES" sz="1400" dirty="0">
                <a:solidFill>
                  <a:srgbClr val="24292E"/>
                </a:solidFill>
                <a:highlight>
                  <a:srgbClr val="FFFFFF"/>
                </a:highlight>
                <a:latin typeface="Consolas" panose="020B0609020204030204" pitchFamily="49" charset="0"/>
                <a:ea typeface="Courier New"/>
                <a:cs typeface="Courier New"/>
                <a:sym typeface="Courier New"/>
              </a:rPr>
              <a:t>);</a:t>
            </a: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   }</a:t>
            </a: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a:solidFill>
                  <a:srgbClr val="D73A49"/>
                </a:solidFill>
                <a:highlight>
                  <a:srgbClr val="FFFFFF"/>
                </a:highlight>
                <a:latin typeface="Consolas" panose="020B0609020204030204" pitchFamily="49" charset="0"/>
                <a:ea typeface="Courier New"/>
                <a:cs typeface="Courier New"/>
                <a:sym typeface="Courier New"/>
              </a:rPr>
              <a:t>int</a:t>
            </a:r>
            <a:r>
              <a:rPr lang="es-ES" sz="1400" dirty="0">
                <a:solidFill>
                  <a:srgbClr val="24292E"/>
                </a:solidFill>
                <a:highlight>
                  <a:srgbClr val="FFFFFF"/>
                </a:highlight>
                <a:latin typeface="Consolas" panose="020B0609020204030204" pitchFamily="49" charset="0"/>
                <a:ea typeface="Courier New"/>
                <a:cs typeface="Courier New"/>
                <a:sym typeface="Courier New"/>
              </a:rPr>
              <a:t> *p;</a:t>
            </a: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   p = </a:t>
            </a:r>
            <a:r>
              <a:rPr lang="es-ES" sz="1400" dirty="0">
                <a:solidFill>
                  <a:srgbClr val="005CC5"/>
                </a:solidFill>
                <a:highlight>
                  <a:srgbClr val="FFFFFF"/>
                </a:highlight>
                <a:latin typeface="Consolas" panose="020B0609020204030204" pitchFamily="49" charset="0"/>
                <a:ea typeface="Courier New"/>
                <a:cs typeface="Courier New"/>
                <a:sym typeface="Courier New"/>
              </a:rPr>
              <a:t>malloc</a:t>
            </a:r>
            <a:r>
              <a:rPr lang="es-ES" sz="1400" dirty="0">
                <a:solidFill>
                  <a:srgbClr val="24292E"/>
                </a:solidFill>
                <a:highlight>
                  <a:srgbClr val="FFFFFF"/>
                </a:highlight>
                <a:latin typeface="Consolas" panose="020B0609020204030204" pitchFamily="49" charset="0"/>
                <a:ea typeface="Courier New"/>
                <a:cs typeface="Courier New"/>
                <a:sym typeface="Courier New"/>
              </a:rPr>
              <a:t>(</a:t>
            </a:r>
            <a:r>
              <a:rPr lang="es-ES" sz="1400" dirty="0" err="1">
                <a:solidFill>
                  <a:srgbClr val="D73A49"/>
                </a:solidFill>
                <a:highlight>
                  <a:srgbClr val="FFFFFF"/>
                </a:highlight>
                <a:latin typeface="Consolas" panose="020B0609020204030204" pitchFamily="49" charset="0"/>
                <a:ea typeface="Courier New"/>
                <a:cs typeface="Courier New"/>
                <a:sym typeface="Courier New"/>
              </a:rPr>
              <a:t>sizeof</a:t>
            </a:r>
            <a:r>
              <a:rPr lang="es-ES" sz="1400" dirty="0">
                <a:solidFill>
                  <a:srgbClr val="24292E"/>
                </a:solidFill>
                <a:highlight>
                  <a:srgbClr val="FFFFFF"/>
                </a:highlight>
                <a:latin typeface="Consolas" panose="020B0609020204030204" pitchFamily="49" charset="0"/>
                <a:ea typeface="Courier New"/>
                <a:cs typeface="Courier New"/>
                <a:sym typeface="Courier New"/>
              </a:rPr>
              <a:t>(</a:t>
            </a:r>
            <a:r>
              <a:rPr lang="es-ES" sz="1400" dirty="0">
                <a:solidFill>
                  <a:srgbClr val="D73A49"/>
                </a:solidFill>
                <a:highlight>
                  <a:srgbClr val="FFFFFF"/>
                </a:highlight>
                <a:latin typeface="Consolas" panose="020B0609020204030204" pitchFamily="49" charset="0"/>
                <a:ea typeface="Courier New"/>
                <a:cs typeface="Courier New"/>
                <a:sym typeface="Courier New"/>
              </a:rPr>
              <a:t>int</a:t>
            </a:r>
            <a:r>
              <a:rPr lang="es-ES" sz="1400" dirty="0">
                <a:solidFill>
                  <a:srgbClr val="24292E"/>
                </a:solidFill>
                <a:highlight>
                  <a:srgbClr val="FFFFFF"/>
                </a:highlight>
                <a:latin typeface="Consolas" panose="020B0609020204030204" pitchFamily="49" charset="0"/>
                <a:ea typeface="Courier New"/>
                <a:cs typeface="Courier New"/>
                <a:sym typeface="Courier New"/>
              </a:rPr>
              <a:t>));</a:t>
            </a: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err="1">
                <a:solidFill>
                  <a:srgbClr val="005CC5"/>
                </a:solidFill>
                <a:highlight>
                  <a:srgbClr val="FFFFFF"/>
                </a:highlight>
                <a:latin typeface="Consolas" panose="020B0609020204030204" pitchFamily="49" charset="0"/>
                <a:ea typeface="Courier New"/>
                <a:cs typeface="Courier New"/>
                <a:sym typeface="Courier New"/>
              </a:rPr>
              <a:t>assert</a:t>
            </a:r>
            <a:r>
              <a:rPr lang="es-ES" sz="1400" dirty="0">
                <a:solidFill>
                  <a:srgbClr val="24292E"/>
                </a:solidFill>
                <a:highlight>
                  <a:srgbClr val="FFFFFF"/>
                </a:highlight>
                <a:latin typeface="Consolas" panose="020B0609020204030204" pitchFamily="49" charset="0"/>
                <a:ea typeface="Courier New"/>
                <a:cs typeface="Courier New"/>
                <a:sym typeface="Courier New"/>
              </a:rPr>
              <a:t>(p != </a:t>
            </a:r>
            <a:r>
              <a:rPr lang="es-ES" sz="1400" dirty="0">
                <a:solidFill>
                  <a:srgbClr val="005CC5"/>
                </a:solidFill>
                <a:highlight>
                  <a:srgbClr val="FFFFFF"/>
                </a:highlight>
                <a:latin typeface="Consolas" panose="020B0609020204030204" pitchFamily="49" charset="0"/>
                <a:ea typeface="Courier New"/>
                <a:cs typeface="Courier New"/>
                <a:sym typeface="Courier New"/>
              </a:rPr>
              <a:t>NULL</a:t>
            </a:r>
            <a:r>
              <a:rPr lang="es-ES" sz="1400" dirty="0">
                <a:solidFill>
                  <a:srgbClr val="24292E"/>
                </a:solidFill>
                <a:highlight>
                  <a:srgbClr val="FFFFFF"/>
                </a:highlight>
                <a:latin typeface="Consolas" panose="020B0609020204030204" pitchFamily="49" charset="0"/>
                <a:ea typeface="Courier New"/>
                <a:cs typeface="Courier New"/>
                <a:sym typeface="Courier New"/>
              </a:rPr>
              <a:t>);</a:t>
            </a: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a:solidFill>
                  <a:srgbClr val="005CC5"/>
                </a:solidFill>
                <a:highlight>
                  <a:srgbClr val="FFFFFF"/>
                </a:highlight>
                <a:latin typeface="Consolas" panose="020B0609020204030204" pitchFamily="49" charset="0"/>
                <a:ea typeface="Courier New"/>
                <a:cs typeface="Courier New"/>
                <a:sym typeface="Courier New"/>
              </a:rPr>
              <a:t>printf</a:t>
            </a:r>
            <a:r>
              <a:rPr lang="es-ES" sz="1400" dirty="0">
                <a:solidFill>
                  <a:srgbClr val="24292E"/>
                </a:solidFill>
                <a:highlight>
                  <a:srgbClr val="FFFFFF"/>
                </a:highlight>
                <a:latin typeface="Consolas" panose="020B0609020204030204" pitchFamily="49" charset="0"/>
                <a:ea typeface="Courier New"/>
                <a:cs typeface="Courier New"/>
                <a:sym typeface="Courier New"/>
              </a:rPr>
              <a:t>(</a:t>
            </a:r>
            <a:r>
              <a:rPr lang="es-ES" sz="1400" dirty="0">
                <a:solidFill>
                  <a:srgbClr val="032F62"/>
                </a:solidFill>
                <a:highlight>
                  <a:srgbClr val="FFFFFF"/>
                </a:highlight>
                <a:latin typeface="Consolas" panose="020B0609020204030204" pitchFamily="49" charset="0"/>
                <a:ea typeface="Courier New"/>
                <a:cs typeface="Courier New"/>
                <a:sym typeface="Courier New"/>
              </a:rPr>
              <a:t>"(</a:t>
            </a:r>
            <a:r>
              <a:rPr lang="es-ES" sz="1400" dirty="0">
                <a:solidFill>
                  <a:srgbClr val="005CC5"/>
                </a:solidFill>
                <a:highlight>
                  <a:srgbClr val="FFFFFF"/>
                </a:highlight>
                <a:latin typeface="Consolas" panose="020B0609020204030204" pitchFamily="49" charset="0"/>
                <a:ea typeface="Courier New"/>
                <a:cs typeface="Courier New"/>
                <a:sym typeface="Courier New"/>
              </a:rPr>
              <a:t>%d</a:t>
            </a:r>
            <a:r>
              <a:rPr lang="es-ES" sz="1400" dirty="0">
                <a:solidFill>
                  <a:srgbClr val="032F62"/>
                </a:solidFill>
                <a:highlight>
                  <a:srgbClr val="FFFFFF"/>
                </a:highlight>
                <a:latin typeface="Consolas" panose="020B0609020204030204" pitchFamily="49" charset="0"/>
                <a:ea typeface="Courier New"/>
                <a:cs typeface="Courier New"/>
                <a:sym typeface="Courier New"/>
              </a:rPr>
              <a:t>) </a:t>
            </a:r>
            <a:r>
              <a:rPr lang="es-ES" sz="1400" dirty="0" err="1">
                <a:solidFill>
                  <a:srgbClr val="032F62"/>
                </a:solidFill>
                <a:highlight>
                  <a:srgbClr val="FFFFFF"/>
                </a:highlight>
                <a:latin typeface="Consolas" panose="020B0609020204030204" pitchFamily="49" charset="0"/>
                <a:ea typeface="Courier New"/>
                <a:cs typeface="Courier New"/>
                <a:sym typeface="Courier New"/>
              </a:rPr>
              <a:t>addr</a:t>
            </a:r>
            <a:r>
              <a:rPr lang="es-ES" sz="1400" dirty="0">
                <a:solidFill>
                  <a:srgbClr val="032F62"/>
                </a:solidFill>
                <a:highlight>
                  <a:srgbClr val="FFFFFF"/>
                </a:highlight>
                <a:latin typeface="Consolas" panose="020B0609020204030204" pitchFamily="49" charset="0"/>
                <a:ea typeface="Courier New"/>
                <a:cs typeface="Courier New"/>
                <a:sym typeface="Courier New"/>
              </a:rPr>
              <a:t> </a:t>
            </a:r>
            <a:r>
              <a:rPr lang="es-ES" sz="1400" dirty="0" err="1">
                <a:solidFill>
                  <a:srgbClr val="032F62"/>
                </a:solidFill>
                <a:highlight>
                  <a:srgbClr val="FFFFFF"/>
                </a:highlight>
                <a:latin typeface="Consolas" panose="020B0609020204030204" pitchFamily="49" charset="0"/>
                <a:ea typeface="Courier New"/>
                <a:cs typeface="Courier New"/>
                <a:sym typeface="Courier New"/>
              </a:rPr>
              <a:t>pointed</a:t>
            </a:r>
            <a:r>
              <a:rPr lang="es-ES" sz="1400" dirty="0">
                <a:solidFill>
                  <a:srgbClr val="032F62"/>
                </a:solidFill>
                <a:highlight>
                  <a:srgbClr val="FFFFFF"/>
                </a:highlight>
                <a:latin typeface="Consolas" panose="020B0609020204030204" pitchFamily="49" charset="0"/>
                <a:ea typeface="Courier New"/>
                <a:cs typeface="Courier New"/>
                <a:sym typeface="Courier New"/>
              </a:rPr>
              <a:t> </a:t>
            </a:r>
            <a:r>
              <a:rPr lang="es-ES" sz="1400" dirty="0" err="1">
                <a:solidFill>
                  <a:srgbClr val="032F62"/>
                </a:solidFill>
                <a:highlight>
                  <a:srgbClr val="FFFFFF"/>
                </a:highlight>
                <a:latin typeface="Consolas" panose="020B0609020204030204" pitchFamily="49" charset="0"/>
                <a:ea typeface="Courier New"/>
                <a:cs typeface="Courier New"/>
                <a:sym typeface="Courier New"/>
              </a:rPr>
              <a:t>to</a:t>
            </a:r>
            <a:r>
              <a:rPr lang="es-ES" sz="1400" dirty="0">
                <a:solidFill>
                  <a:srgbClr val="032F62"/>
                </a:solidFill>
                <a:highlight>
                  <a:srgbClr val="FFFFFF"/>
                </a:highlight>
                <a:latin typeface="Consolas" panose="020B0609020204030204" pitchFamily="49" charset="0"/>
                <a:ea typeface="Courier New"/>
                <a:cs typeface="Courier New"/>
                <a:sym typeface="Courier New"/>
              </a:rPr>
              <a:t> </a:t>
            </a:r>
            <a:r>
              <a:rPr lang="es-ES" sz="1400" dirty="0" err="1">
                <a:solidFill>
                  <a:srgbClr val="032F62"/>
                </a:solidFill>
                <a:highlight>
                  <a:srgbClr val="FFFFFF"/>
                </a:highlight>
                <a:latin typeface="Consolas" panose="020B0609020204030204" pitchFamily="49" charset="0"/>
                <a:ea typeface="Courier New"/>
                <a:cs typeface="Courier New"/>
                <a:sym typeface="Courier New"/>
              </a:rPr>
              <a:t>by</a:t>
            </a:r>
            <a:r>
              <a:rPr lang="es-ES" sz="1400" dirty="0">
                <a:solidFill>
                  <a:srgbClr val="032F62"/>
                </a:solidFill>
                <a:highlight>
                  <a:srgbClr val="FFFFFF"/>
                </a:highlight>
                <a:latin typeface="Consolas" panose="020B0609020204030204" pitchFamily="49" charset="0"/>
                <a:ea typeface="Courier New"/>
                <a:cs typeface="Courier New"/>
                <a:sym typeface="Courier New"/>
              </a:rPr>
              <a:t> p: </a:t>
            </a:r>
            <a:r>
              <a:rPr lang="es-ES" sz="1400" dirty="0">
                <a:solidFill>
                  <a:srgbClr val="005CC5"/>
                </a:solidFill>
                <a:highlight>
                  <a:srgbClr val="FFFFFF"/>
                </a:highlight>
                <a:latin typeface="Consolas" panose="020B0609020204030204" pitchFamily="49" charset="0"/>
                <a:ea typeface="Courier New"/>
                <a:cs typeface="Courier New"/>
                <a:sym typeface="Courier New"/>
              </a:rPr>
              <a:t>%p</a:t>
            </a:r>
            <a:r>
              <a:rPr lang="es-ES" sz="1400" dirty="0">
                <a:solidFill>
                  <a:srgbClr val="032F62"/>
                </a:solidFill>
                <a:highlight>
                  <a:srgbClr val="FFFFFF"/>
                </a:highlight>
                <a:latin typeface="Consolas" panose="020B0609020204030204" pitchFamily="49" charset="0"/>
                <a:ea typeface="Courier New"/>
                <a:cs typeface="Courier New"/>
                <a:sym typeface="Courier New"/>
              </a:rPr>
              <a:t>\n"</a:t>
            </a: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a:solidFill>
                  <a:srgbClr val="D73A49"/>
                </a:solidFill>
                <a:highlight>
                  <a:srgbClr val="FFFFFF"/>
                </a:highlight>
                <a:latin typeface="Consolas" panose="020B0609020204030204" pitchFamily="49" charset="0"/>
                <a:ea typeface="Courier New"/>
                <a:cs typeface="Courier New"/>
                <a:sym typeface="Courier New"/>
              </a:rPr>
              <a:t>int</a:t>
            </a: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err="1">
                <a:solidFill>
                  <a:srgbClr val="005CC5"/>
                </a:solidFill>
                <a:highlight>
                  <a:srgbClr val="FFFFFF"/>
                </a:highlight>
                <a:latin typeface="Consolas" panose="020B0609020204030204" pitchFamily="49" charset="0"/>
                <a:ea typeface="Courier New"/>
                <a:cs typeface="Courier New"/>
                <a:sym typeface="Courier New"/>
              </a:rPr>
              <a:t>getpid</a:t>
            </a:r>
            <a:r>
              <a:rPr lang="es-ES" sz="1400" dirty="0">
                <a:solidFill>
                  <a:srgbClr val="24292E"/>
                </a:solidFill>
                <a:highlight>
                  <a:srgbClr val="FFFFFF"/>
                </a:highlight>
                <a:latin typeface="Consolas" panose="020B0609020204030204" pitchFamily="49" charset="0"/>
                <a:ea typeface="Courier New"/>
                <a:cs typeface="Courier New"/>
                <a:sym typeface="Courier New"/>
              </a:rPr>
              <a:t>(), p);</a:t>
            </a: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   *p = </a:t>
            </a:r>
            <a:r>
              <a:rPr lang="es-ES" sz="1400" dirty="0" err="1">
                <a:solidFill>
                  <a:srgbClr val="005CC5"/>
                </a:solidFill>
                <a:highlight>
                  <a:srgbClr val="FFFFFF"/>
                </a:highlight>
                <a:latin typeface="Consolas" panose="020B0609020204030204" pitchFamily="49" charset="0"/>
                <a:ea typeface="Courier New"/>
                <a:cs typeface="Courier New"/>
                <a:sym typeface="Courier New"/>
              </a:rPr>
              <a:t>atoi</a:t>
            </a:r>
            <a:r>
              <a:rPr lang="es-ES" sz="1400" dirty="0">
                <a:solidFill>
                  <a:srgbClr val="24292E"/>
                </a:solidFill>
                <a:highlight>
                  <a:srgbClr val="FFFFFF"/>
                </a:highlight>
                <a:latin typeface="Consolas" panose="020B0609020204030204" pitchFamily="49" charset="0"/>
                <a:ea typeface="Courier New"/>
                <a:cs typeface="Courier New"/>
                <a:sym typeface="Courier New"/>
              </a:rPr>
              <a:t>(</a:t>
            </a:r>
            <a:r>
              <a:rPr lang="es-ES" sz="1400" dirty="0" err="1">
                <a:solidFill>
                  <a:srgbClr val="24292E"/>
                </a:solidFill>
                <a:highlight>
                  <a:srgbClr val="FFFFFF"/>
                </a:highlight>
                <a:latin typeface="Consolas" panose="020B0609020204030204" pitchFamily="49" charset="0"/>
                <a:ea typeface="Courier New"/>
                <a:cs typeface="Courier New"/>
                <a:sym typeface="Courier New"/>
              </a:rPr>
              <a:t>argv</a:t>
            </a:r>
            <a:r>
              <a:rPr lang="es-ES" sz="1400" dirty="0">
                <a:solidFill>
                  <a:srgbClr val="24292E"/>
                </a:solidFill>
                <a:highlight>
                  <a:srgbClr val="FFFFFF"/>
                </a:highlight>
                <a:latin typeface="Consolas" panose="020B0609020204030204" pitchFamily="49" charset="0"/>
                <a:ea typeface="Courier New"/>
                <a:cs typeface="Courier New"/>
                <a:sym typeface="Courier New"/>
              </a:rPr>
              <a:t>[</a:t>
            </a:r>
            <a:r>
              <a:rPr lang="es-ES" sz="1400" dirty="0">
                <a:solidFill>
                  <a:srgbClr val="005CC5"/>
                </a:solidFill>
                <a:highlight>
                  <a:srgbClr val="FFFFFF"/>
                </a:highlight>
                <a:latin typeface="Consolas" panose="020B0609020204030204" pitchFamily="49" charset="0"/>
                <a:ea typeface="Courier New"/>
                <a:cs typeface="Courier New"/>
                <a:sym typeface="Courier New"/>
              </a:rPr>
              <a:t>1</a:t>
            </a: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a:solidFill>
                  <a:srgbClr val="6A737D"/>
                </a:solidFill>
                <a:highlight>
                  <a:srgbClr val="FFFFFF"/>
                </a:highlight>
                <a:latin typeface="Consolas" panose="020B0609020204030204" pitchFamily="49" charset="0"/>
                <a:ea typeface="Courier New"/>
                <a:cs typeface="Courier New"/>
                <a:sym typeface="Courier New"/>
              </a:rPr>
              <a:t>// </a:t>
            </a:r>
            <a:r>
              <a:rPr lang="es-ES" sz="1400" dirty="0" err="1">
                <a:solidFill>
                  <a:srgbClr val="6A737D"/>
                </a:solidFill>
                <a:highlight>
                  <a:srgbClr val="FFFFFF"/>
                </a:highlight>
                <a:latin typeface="Consolas" panose="020B0609020204030204" pitchFamily="49" charset="0"/>
                <a:ea typeface="Courier New"/>
                <a:cs typeface="Courier New"/>
                <a:sym typeface="Courier New"/>
              </a:rPr>
              <a:t>assign</a:t>
            </a:r>
            <a:r>
              <a:rPr lang="es-ES" sz="1400" dirty="0">
                <a:solidFill>
                  <a:srgbClr val="6A737D"/>
                </a:solidFill>
                <a:highlight>
                  <a:srgbClr val="FFFFFF"/>
                </a:highlight>
                <a:latin typeface="Consolas" panose="020B0609020204030204" pitchFamily="49" charset="0"/>
                <a:ea typeface="Courier New"/>
                <a:cs typeface="Courier New"/>
                <a:sym typeface="Courier New"/>
              </a:rPr>
              <a:t> </a:t>
            </a:r>
            <a:r>
              <a:rPr lang="es-ES" sz="1400" dirty="0" err="1">
                <a:solidFill>
                  <a:srgbClr val="6A737D"/>
                </a:solidFill>
                <a:highlight>
                  <a:srgbClr val="FFFFFF"/>
                </a:highlight>
                <a:latin typeface="Consolas" panose="020B0609020204030204" pitchFamily="49" charset="0"/>
                <a:ea typeface="Courier New"/>
                <a:cs typeface="Courier New"/>
                <a:sym typeface="Courier New"/>
              </a:rPr>
              <a:t>value</a:t>
            </a:r>
            <a:r>
              <a:rPr lang="es-ES" sz="1400" dirty="0">
                <a:solidFill>
                  <a:srgbClr val="6A737D"/>
                </a:solidFill>
                <a:highlight>
                  <a:srgbClr val="FFFFFF"/>
                </a:highlight>
                <a:latin typeface="Consolas" panose="020B0609020204030204" pitchFamily="49" charset="0"/>
                <a:ea typeface="Courier New"/>
                <a:cs typeface="Courier New"/>
                <a:sym typeface="Courier New"/>
              </a:rPr>
              <a:t> </a:t>
            </a:r>
            <a:r>
              <a:rPr lang="es-ES" sz="1400" dirty="0" err="1">
                <a:solidFill>
                  <a:srgbClr val="6A737D"/>
                </a:solidFill>
                <a:highlight>
                  <a:srgbClr val="FFFFFF"/>
                </a:highlight>
                <a:latin typeface="Consolas" panose="020B0609020204030204" pitchFamily="49" charset="0"/>
                <a:ea typeface="Courier New"/>
                <a:cs typeface="Courier New"/>
                <a:sym typeface="Courier New"/>
              </a:rPr>
              <a:t>to</a:t>
            </a:r>
            <a:r>
              <a:rPr lang="es-ES" sz="1400" dirty="0">
                <a:solidFill>
                  <a:srgbClr val="6A737D"/>
                </a:solidFill>
                <a:highlight>
                  <a:srgbClr val="FFFFFF"/>
                </a:highlight>
                <a:latin typeface="Consolas" panose="020B0609020204030204" pitchFamily="49" charset="0"/>
                <a:ea typeface="Courier New"/>
                <a:cs typeface="Courier New"/>
                <a:sym typeface="Courier New"/>
              </a:rPr>
              <a:t> </a:t>
            </a:r>
            <a:r>
              <a:rPr lang="es-ES" sz="1400" dirty="0" err="1">
                <a:solidFill>
                  <a:srgbClr val="6A737D"/>
                </a:solidFill>
                <a:highlight>
                  <a:srgbClr val="FFFFFF"/>
                </a:highlight>
                <a:latin typeface="Consolas" panose="020B0609020204030204" pitchFamily="49" charset="0"/>
                <a:ea typeface="Courier New"/>
                <a:cs typeface="Courier New"/>
                <a:sym typeface="Courier New"/>
              </a:rPr>
              <a:t>addr</a:t>
            </a:r>
            <a:r>
              <a:rPr lang="es-ES" sz="1400" dirty="0">
                <a:solidFill>
                  <a:srgbClr val="6A737D"/>
                </a:solidFill>
                <a:highlight>
                  <a:srgbClr val="FFFFFF"/>
                </a:highlight>
                <a:latin typeface="Consolas" panose="020B0609020204030204" pitchFamily="49" charset="0"/>
                <a:ea typeface="Courier New"/>
                <a:cs typeface="Courier New"/>
                <a:sym typeface="Courier New"/>
              </a:rPr>
              <a:t> </a:t>
            </a:r>
            <a:r>
              <a:rPr lang="es-ES" sz="1400" dirty="0" err="1">
                <a:solidFill>
                  <a:srgbClr val="6A737D"/>
                </a:solidFill>
                <a:highlight>
                  <a:srgbClr val="FFFFFF"/>
                </a:highlight>
                <a:latin typeface="Consolas" panose="020B0609020204030204" pitchFamily="49" charset="0"/>
                <a:ea typeface="Courier New"/>
                <a:cs typeface="Courier New"/>
                <a:sym typeface="Courier New"/>
              </a:rPr>
              <a:t>stored</a:t>
            </a:r>
            <a:r>
              <a:rPr lang="es-ES" sz="1400" dirty="0">
                <a:solidFill>
                  <a:srgbClr val="6A737D"/>
                </a:solidFill>
                <a:highlight>
                  <a:srgbClr val="FFFFFF"/>
                </a:highlight>
                <a:latin typeface="Consolas" panose="020B0609020204030204" pitchFamily="49" charset="0"/>
                <a:ea typeface="Courier New"/>
                <a:cs typeface="Courier New"/>
                <a:sym typeface="Courier New"/>
              </a:rPr>
              <a:t> in p</a:t>
            </a:r>
            <a:endParaRPr sz="1400" dirty="0">
              <a:solidFill>
                <a:srgbClr val="6A737D"/>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err="1">
                <a:solidFill>
                  <a:srgbClr val="D73A49"/>
                </a:solidFill>
                <a:highlight>
                  <a:srgbClr val="FFFFFF"/>
                </a:highlight>
                <a:latin typeface="Consolas" panose="020B0609020204030204" pitchFamily="49" charset="0"/>
                <a:ea typeface="Courier New"/>
                <a:cs typeface="Courier New"/>
                <a:sym typeface="Courier New"/>
              </a:rPr>
              <a:t>while</a:t>
            </a: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a:solidFill>
                  <a:srgbClr val="005CC5"/>
                </a:solidFill>
                <a:highlight>
                  <a:srgbClr val="FFFFFF"/>
                </a:highlight>
                <a:latin typeface="Consolas" panose="020B0609020204030204" pitchFamily="49" charset="0"/>
                <a:ea typeface="Courier New"/>
                <a:cs typeface="Courier New"/>
                <a:sym typeface="Courier New"/>
              </a:rPr>
              <a:t>1</a:t>
            </a:r>
            <a:r>
              <a:rPr lang="es-ES" sz="1400" dirty="0">
                <a:solidFill>
                  <a:srgbClr val="24292E"/>
                </a:solidFill>
                <a:highlight>
                  <a:srgbClr val="FFFFFF"/>
                </a:highlight>
                <a:latin typeface="Consolas" panose="020B0609020204030204" pitchFamily="49" charset="0"/>
                <a:ea typeface="Courier New"/>
                <a:cs typeface="Courier New"/>
                <a:sym typeface="Courier New"/>
              </a:rPr>
              <a:t>) {</a:t>
            </a: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a:solidFill>
                  <a:srgbClr val="005CC5"/>
                </a:solidFill>
                <a:highlight>
                  <a:srgbClr val="FFFFFF"/>
                </a:highlight>
                <a:latin typeface="Consolas" panose="020B0609020204030204" pitchFamily="49" charset="0"/>
                <a:ea typeface="Courier New"/>
                <a:cs typeface="Courier New"/>
                <a:sym typeface="Courier New"/>
              </a:rPr>
              <a:t>Spin</a:t>
            </a:r>
            <a:r>
              <a:rPr lang="es-ES" sz="1400" dirty="0">
                <a:solidFill>
                  <a:srgbClr val="24292E"/>
                </a:solidFill>
                <a:highlight>
                  <a:srgbClr val="FFFFFF"/>
                </a:highlight>
                <a:latin typeface="Consolas" panose="020B0609020204030204" pitchFamily="49" charset="0"/>
                <a:ea typeface="Courier New"/>
                <a:cs typeface="Courier New"/>
                <a:sym typeface="Courier New"/>
              </a:rPr>
              <a:t>(</a:t>
            </a:r>
            <a:r>
              <a:rPr lang="es-ES" sz="1400" dirty="0">
                <a:solidFill>
                  <a:srgbClr val="005CC5"/>
                </a:solidFill>
                <a:highlight>
                  <a:srgbClr val="FFFFFF"/>
                </a:highlight>
                <a:latin typeface="Consolas" panose="020B0609020204030204" pitchFamily="49" charset="0"/>
                <a:ea typeface="Courier New"/>
                <a:cs typeface="Courier New"/>
                <a:sym typeface="Courier New"/>
              </a:rPr>
              <a:t>1</a:t>
            </a:r>
            <a:r>
              <a:rPr lang="es-ES" sz="1400" dirty="0">
                <a:solidFill>
                  <a:srgbClr val="24292E"/>
                </a:solidFill>
                <a:highlight>
                  <a:srgbClr val="FFFFFF"/>
                </a:highlight>
                <a:latin typeface="Consolas" panose="020B0609020204030204" pitchFamily="49" charset="0"/>
                <a:ea typeface="Courier New"/>
                <a:cs typeface="Courier New"/>
                <a:sym typeface="Courier New"/>
              </a:rPr>
              <a:t>);</a:t>
            </a: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	*p = *p + </a:t>
            </a:r>
            <a:r>
              <a:rPr lang="es-ES" sz="1400" dirty="0">
                <a:solidFill>
                  <a:srgbClr val="005CC5"/>
                </a:solidFill>
                <a:highlight>
                  <a:srgbClr val="FFFFFF"/>
                </a:highlight>
                <a:latin typeface="Consolas" panose="020B0609020204030204" pitchFamily="49" charset="0"/>
                <a:ea typeface="Courier New"/>
                <a:cs typeface="Courier New"/>
                <a:sym typeface="Courier New"/>
              </a:rPr>
              <a:t>1</a:t>
            </a:r>
            <a:r>
              <a:rPr lang="es-ES" sz="1400" dirty="0">
                <a:solidFill>
                  <a:srgbClr val="24292E"/>
                </a:solidFill>
                <a:highlight>
                  <a:srgbClr val="FFFFFF"/>
                </a:highlight>
                <a:latin typeface="Consolas" panose="020B0609020204030204" pitchFamily="49" charset="0"/>
                <a:ea typeface="Courier New"/>
                <a:cs typeface="Courier New"/>
                <a:sym typeface="Courier New"/>
              </a:rPr>
              <a:t>;</a:t>
            </a: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a:solidFill>
                  <a:srgbClr val="005CC5"/>
                </a:solidFill>
                <a:highlight>
                  <a:srgbClr val="FFFFFF"/>
                </a:highlight>
                <a:latin typeface="Consolas" panose="020B0609020204030204" pitchFamily="49" charset="0"/>
                <a:ea typeface="Courier New"/>
                <a:cs typeface="Courier New"/>
                <a:sym typeface="Courier New"/>
              </a:rPr>
              <a:t>printf</a:t>
            </a:r>
            <a:r>
              <a:rPr lang="es-ES" sz="1400" dirty="0">
                <a:solidFill>
                  <a:srgbClr val="24292E"/>
                </a:solidFill>
                <a:highlight>
                  <a:srgbClr val="FFFFFF"/>
                </a:highlight>
                <a:latin typeface="Consolas" panose="020B0609020204030204" pitchFamily="49" charset="0"/>
                <a:ea typeface="Courier New"/>
                <a:cs typeface="Courier New"/>
                <a:sym typeface="Courier New"/>
              </a:rPr>
              <a:t>(</a:t>
            </a:r>
            <a:r>
              <a:rPr lang="es-ES" sz="1400" dirty="0">
                <a:solidFill>
                  <a:srgbClr val="032F62"/>
                </a:solidFill>
                <a:highlight>
                  <a:srgbClr val="FFFFFF"/>
                </a:highlight>
                <a:latin typeface="Consolas" panose="020B0609020204030204" pitchFamily="49" charset="0"/>
                <a:ea typeface="Courier New"/>
                <a:cs typeface="Courier New"/>
                <a:sym typeface="Courier New"/>
              </a:rPr>
              <a:t>"(</a:t>
            </a:r>
            <a:r>
              <a:rPr lang="es-ES" sz="1400" dirty="0">
                <a:solidFill>
                  <a:srgbClr val="005CC5"/>
                </a:solidFill>
                <a:highlight>
                  <a:srgbClr val="FFFFFF"/>
                </a:highlight>
                <a:latin typeface="Consolas" panose="020B0609020204030204" pitchFamily="49" charset="0"/>
                <a:ea typeface="Courier New"/>
                <a:cs typeface="Courier New"/>
                <a:sym typeface="Courier New"/>
              </a:rPr>
              <a:t>%d</a:t>
            </a:r>
            <a:r>
              <a:rPr lang="es-ES" sz="1400" dirty="0">
                <a:solidFill>
                  <a:srgbClr val="032F62"/>
                </a:solidFill>
                <a:highlight>
                  <a:srgbClr val="FFFFFF"/>
                </a:highlight>
                <a:latin typeface="Consolas" panose="020B0609020204030204" pitchFamily="49" charset="0"/>
                <a:ea typeface="Courier New"/>
                <a:cs typeface="Courier New"/>
                <a:sym typeface="Courier New"/>
              </a:rPr>
              <a:t>) </a:t>
            </a:r>
            <a:r>
              <a:rPr lang="es-ES" sz="1400" dirty="0" err="1">
                <a:solidFill>
                  <a:srgbClr val="032F62"/>
                </a:solidFill>
                <a:highlight>
                  <a:srgbClr val="FFFFFF"/>
                </a:highlight>
                <a:latin typeface="Consolas" panose="020B0609020204030204" pitchFamily="49" charset="0"/>
                <a:ea typeface="Courier New"/>
                <a:cs typeface="Courier New"/>
                <a:sym typeface="Courier New"/>
              </a:rPr>
              <a:t>value</a:t>
            </a:r>
            <a:r>
              <a:rPr lang="es-ES" sz="1400" dirty="0">
                <a:solidFill>
                  <a:srgbClr val="032F62"/>
                </a:solidFill>
                <a:highlight>
                  <a:srgbClr val="FFFFFF"/>
                </a:highlight>
                <a:latin typeface="Consolas" panose="020B0609020204030204" pitchFamily="49" charset="0"/>
                <a:ea typeface="Courier New"/>
                <a:cs typeface="Courier New"/>
                <a:sym typeface="Courier New"/>
              </a:rPr>
              <a:t> </a:t>
            </a:r>
            <a:r>
              <a:rPr lang="es-ES" sz="1400" dirty="0" err="1">
                <a:solidFill>
                  <a:srgbClr val="032F62"/>
                </a:solidFill>
                <a:highlight>
                  <a:srgbClr val="FFFFFF"/>
                </a:highlight>
                <a:latin typeface="Consolas" panose="020B0609020204030204" pitchFamily="49" charset="0"/>
                <a:ea typeface="Courier New"/>
                <a:cs typeface="Courier New"/>
                <a:sym typeface="Courier New"/>
              </a:rPr>
              <a:t>of</a:t>
            </a:r>
            <a:r>
              <a:rPr lang="es-ES" sz="1400" dirty="0">
                <a:solidFill>
                  <a:srgbClr val="032F62"/>
                </a:solidFill>
                <a:highlight>
                  <a:srgbClr val="FFFFFF"/>
                </a:highlight>
                <a:latin typeface="Consolas" panose="020B0609020204030204" pitchFamily="49" charset="0"/>
                <a:ea typeface="Courier New"/>
                <a:cs typeface="Courier New"/>
                <a:sym typeface="Courier New"/>
              </a:rPr>
              <a:t> p: </a:t>
            </a:r>
            <a:r>
              <a:rPr lang="es-ES" sz="1400" dirty="0">
                <a:solidFill>
                  <a:srgbClr val="005CC5"/>
                </a:solidFill>
                <a:highlight>
                  <a:srgbClr val="FFFFFF"/>
                </a:highlight>
                <a:latin typeface="Consolas" panose="020B0609020204030204" pitchFamily="49" charset="0"/>
                <a:ea typeface="Courier New"/>
                <a:cs typeface="Courier New"/>
                <a:sym typeface="Courier New"/>
              </a:rPr>
              <a:t>%d</a:t>
            </a:r>
            <a:r>
              <a:rPr lang="es-ES" sz="1400" dirty="0">
                <a:solidFill>
                  <a:srgbClr val="032F62"/>
                </a:solidFill>
                <a:highlight>
                  <a:srgbClr val="FFFFFF"/>
                </a:highlight>
                <a:latin typeface="Consolas" panose="020B0609020204030204" pitchFamily="49" charset="0"/>
                <a:ea typeface="Courier New"/>
                <a:cs typeface="Courier New"/>
                <a:sym typeface="Courier New"/>
              </a:rPr>
              <a:t>\n"</a:t>
            </a: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err="1">
                <a:solidFill>
                  <a:srgbClr val="005CC5"/>
                </a:solidFill>
                <a:highlight>
                  <a:srgbClr val="FFFFFF"/>
                </a:highlight>
                <a:latin typeface="Consolas" panose="020B0609020204030204" pitchFamily="49" charset="0"/>
                <a:ea typeface="Courier New"/>
                <a:cs typeface="Courier New"/>
                <a:sym typeface="Courier New"/>
              </a:rPr>
              <a:t>getpid</a:t>
            </a:r>
            <a:r>
              <a:rPr lang="es-ES" sz="1400" dirty="0">
                <a:solidFill>
                  <a:srgbClr val="24292E"/>
                </a:solidFill>
                <a:highlight>
                  <a:srgbClr val="FFFFFF"/>
                </a:highlight>
                <a:latin typeface="Consolas" panose="020B0609020204030204" pitchFamily="49" charset="0"/>
                <a:ea typeface="Courier New"/>
                <a:cs typeface="Courier New"/>
                <a:sym typeface="Courier New"/>
              </a:rPr>
              <a:t>(), *p);</a:t>
            </a: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   }</a:t>
            </a: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a:solidFill>
                  <a:srgbClr val="D73A49"/>
                </a:solidFill>
                <a:highlight>
                  <a:srgbClr val="FFFFFF"/>
                </a:highlight>
                <a:latin typeface="Consolas" panose="020B0609020204030204" pitchFamily="49" charset="0"/>
                <a:ea typeface="Courier New"/>
                <a:cs typeface="Courier New"/>
                <a:sym typeface="Courier New"/>
              </a:rPr>
              <a:t>return</a:t>
            </a:r>
            <a:r>
              <a:rPr lang="es-ES" sz="1400" dirty="0">
                <a:solidFill>
                  <a:srgbClr val="24292E"/>
                </a:solidFill>
                <a:highlight>
                  <a:srgbClr val="FFFFFF"/>
                </a:highlight>
                <a:latin typeface="Consolas" panose="020B0609020204030204" pitchFamily="49" charset="0"/>
                <a:ea typeface="Courier New"/>
                <a:cs typeface="Courier New"/>
                <a:sym typeface="Courier New"/>
              </a:rPr>
              <a:t> </a:t>
            </a:r>
            <a:r>
              <a:rPr lang="es-ES" sz="1400" dirty="0">
                <a:solidFill>
                  <a:srgbClr val="005CC5"/>
                </a:solidFill>
                <a:highlight>
                  <a:srgbClr val="FFFFFF"/>
                </a:highlight>
                <a:latin typeface="Consolas" panose="020B0609020204030204" pitchFamily="49" charset="0"/>
                <a:ea typeface="Courier New"/>
                <a:cs typeface="Courier New"/>
                <a:sym typeface="Courier New"/>
              </a:rPr>
              <a:t>0</a:t>
            </a:r>
            <a:r>
              <a:rPr lang="es-ES" sz="1400" dirty="0">
                <a:solidFill>
                  <a:srgbClr val="24292E"/>
                </a:solidFill>
                <a:highlight>
                  <a:srgbClr val="FFFFFF"/>
                </a:highlight>
                <a:latin typeface="Consolas" panose="020B0609020204030204" pitchFamily="49" charset="0"/>
                <a:ea typeface="Courier New"/>
                <a:cs typeface="Courier New"/>
                <a:sym typeface="Courier New"/>
              </a:rPr>
              <a:t>;</a:t>
            </a: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a:t>
            </a: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spcBef>
                <a:spcPts val="0"/>
              </a:spcBef>
              <a:spcAft>
                <a:spcPts val="0"/>
              </a:spcAft>
              <a:buNone/>
            </a:pPr>
            <a:endParaRPr sz="1200" dirty="0">
              <a:solidFill>
                <a:srgbClr val="24292E"/>
              </a:solidFill>
              <a:highlight>
                <a:srgbClr val="FFFFFF"/>
              </a:highlight>
              <a:latin typeface="Consolas" panose="020B0609020204030204" pitchFamily="49" charset="0"/>
              <a:ea typeface="Courier New"/>
              <a:cs typeface="Courier New"/>
              <a:sym typeface="Courier New"/>
            </a:endParaRPr>
          </a:p>
        </p:txBody>
      </p:sp>
      <p:sp>
        <p:nvSpPr>
          <p:cNvPr id="411" name="Google Shape;411;p28"/>
          <p:cNvSpPr txBox="1"/>
          <p:nvPr/>
        </p:nvSpPr>
        <p:spPr>
          <a:xfrm>
            <a:off x="2205644" y="1875625"/>
            <a:ext cx="1030200" cy="40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ES" sz="1600" b="1" dirty="0"/>
              <a:t>mem.c</a:t>
            </a:r>
            <a:endParaRPr sz="1600" b="1" dirty="0"/>
          </a:p>
        </p:txBody>
      </p:sp>
      <p:grpSp>
        <p:nvGrpSpPr>
          <p:cNvPr id="412" name="Google Shape;412;p28"/>
          <p:cNvGrpSpPr/>
          <p:nvPr/>
        </p:nvGrpSpPr>
        <p:grpSpPr>
          <a:xfrm>
            <a:off x="787569" y="2902333"/>
            <a:ext cx="2880825" cy="2649925"/>
            <a:chOff x="7374175" y="3072300"/>
            <a:chExt cx="2880825" cy="2649925"/>
          </a:xfrm>
        </p:grpSpPr>
        <p:pic>
          <p:nvPicPr>
            <p:cNvPr id="413" name="Google Shape;413;p28"/>
            <p:cNvPicPr preferRelativeResize="0"/>
            <p:nvPr/>
          </p:nvPicPr>
          <p:blipFill>
            <a:blip r:embed="rId4">
              <a:alphaModFix/>
            </a:blip>
            <a:stretch>
              <a:fillRect/>
            </a:stretch>
          </p:blipFill>
          <p:spPr>
            <a:xfrm>
              <a:off x="7374175" y="3072300"/>
              <a:ext cx="2880825" cy="2649925"/>
            </a:xfrm>
            <a:prstGeom prst="rect">
              <a:avLst/>
            </a:prstGeom>
            <a:noFill/>
            <a:ln>
              <a:noFill/>
            </a:ln>
          </p:spPr>
        </p:pic>
        <p:grpSp>
          <p:nvGrpSpPr>
            <p:cNvPr id="414" name="Google Shape;414;p28"/>
            <p:cNvGrpSpPr/>
            <p:nvPr/>
          </p:nvGrpSpPr>
          <p:grpSpPr>
            <a:xfrm>
              <a:off x="8037325" y="4237125"/>
              <a:ext cx="1553700" cy="949500"/>
              <a:chOff x="8037325" y="4237125"/>
              <a:chExt cx="1553700" cy="949500"/>
            </a:xfrm>
          </p:grpSpPr>
          <p:sp>
            <p:nvSpPr>
              <p:cNvPr id="415" name="Google Shape;415;p28"/>
              <p:cNvSpPr/>
              <p:nvPr/>
            </p:nvSpPr>
            <p:spPr>
              <a:xfrm>
                <a:off x="8037325" y="4237125"/>
                <a:ext cx="1553700" cy="949500"/>
              </a:xfrm>
              <a:prstGeom prst="foldedCorner">
                <a:avLst>
                  <a:gd name="adj" fmla="val 16667"/>
                </a:avLst>
              </a:prstGeom>
              <a:solidFill>
                <a:srgbClr val="F3F3F3"/>
              </a:solidFill>
              <a:ln w="9525" cap="flat" cmpd="sng">
                <a:solidFill>
                  <a:srgbClr val="4454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8"/>
              <p:cNvSpPr/>
              <p:nvPr/>
            </p:nvSpPr>
            <p:spPr>
              <a:xfrm>
                <a:off x="8211450" y="4335075"/>
                <a:ext cx="1161600" cy="308100"/>
              </a:xfrm>
              <a:prstGeom prst="rect">
                <a:avLst/>
              </a:prstGeom>
              <a:solidFill>
                <a:srgbClr val="FCE5CD"/>
              </a:solidFill>
              <a:ln w="9525" cap="flat" cmpd="sng">
                <a:solidFill>
                  <a:srgbClr val="4454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s-ES" sz="1600" dirty="0">
                    <a:latin typeface="Consolas" panose="020B0609020204030204" pitchFamily="49" charset="0"/>
                  </a:rPr>
                  <a:t>Code</a:t>
                </a:r>
                <a:endParaRPr sz="1600" dirty="0">
                  <a:latin typeface="Consolas" panose="020B0609020204030204" pitchFamily="49" charset="0"/>
                </a:endParaRPr>
              </a:p>
            </p:txBody>
          </p:sp>
          <p:sp>
            <p:nvSpPr>
              <p:cNvPr id="417" name="Google Shape;417;p28"/>
              <p:cNvSpPr/>
              <p:nvPr/>
            </p:nvSpPr>
            <p:spPr>
              <a:xfrm>
                <a:off x="8213450" y="4711300"/>
                <a:ext cx="1161600" cy="308100"/>
              </a:xfrm>
              <a:prstGeom prst="rect">
                <a:avLst/>
              </a:prstGeom>
              <a:solidFill>
                <a:srgbClr val="B6D7A8"/>
              </a:solidFill>
              <a:ln w="9525" cap="flat" cmpd="sng">
                <a:solidFill>
                  <a:srgbClr val="4454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s-ES" sz="1600">
                    <a:latin typeface="Consolas" panose="020B0609020204030204" pitchFamily="49" charset="0"/>
                  </a:rPr>
                  <a:t>Data</a:t>
                </a:r>
                <a:endParaRPr sz="1600">
                  <a:latin typeface="Consolas" panose="020B0609020204030204" pitchFamily="49" charset="0"/>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29"/>
          <p:cNvSpPr txBox="1">
            <a:spLocks noGrp="1"/>
          </p:cNvSpPr>
          <p:nvPr>
            <p:ph type="title"/>
          </p:nvPr>
        </p:nvSpPr>
        <p:spPr>
          <a:xfrm>
            <a:off x="221226" y="96038"/>
            <a:ext cx="10810568"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Virtualización de Memoria - Contextualización</a:t>
            </a:r>
            <a:endParaRPr dirty="0">
              <a:solidFill>
                <a:schemeClr val="tx1"/>
              </a:solidFill>
            </a:endParaRPr>
          </a:p>
        </p:txBody>
      </p:sp>
      <p:sp>
        <p:nvSpPr>
          <p:cNvPr id="423" name="Google Shape;423;p29"/>
          <p:cNvSpPr txBox="1">
            <a:spLocks noGrp="1"/>
          </p:cNvSpPr>
          <p:nvPr>
            <p:ph type="body" idx="1"/>
          </p:nvPr>
        </p:nvSpPr>
        <p:spPr>
          <a:xfrm>
            <a:off x="296430" y="1085026"/>
            <a:ext cx="5494200" cy="559767"/>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Clr>
                <a:schemeClr val="dk1"/>
              </a:buClr>
              <a:buSzPts val="1100"/>
              <a:buFont typeface="Arial"/>
              <a:buNone/>
            </a:pPr>
            <a:r>
              <a:rPr lang="es-ES" sz="2200" b="1" dirty="0">
                <a:latin typeface="+mn-lt"/>
              </a:rPr>
              <a:t>Pregunta</a:t>
            </a:r>
            <a:r>
              <a:rPr lang="es-ES" sz="2200" dirty="0">
                <a:latin typeface="+mn-lt"/>
              </a:rPr>
              <a:t>: ¿Cómo funciona el programa?</a:t>
            </a:r>
            <a:endParaRPr sz="2800" b="1" dirty="0">
              <a:latin typeface="+mn-lt"/>
            </a:endParaRPr>
          </a:p>
          <a:p>
            <a:pPr marL="0" lvl="0" indent="0" algn="l" rtl="0">
              <a:spcBef>
                <a:spcPts val="1000"/>
              </a:spcBef>
              <a:spcAft>
                <a:spcPts val="0"/>
              </a:spcAft>
              <a:buNone/>
            </a:pPr>
            <a:endParaRPr dirty="0">
              <a:latin typeface="+mn-lt"/>
            </a:endParaRPr>
          </a:p>
        </p:txBody>
      </p:sp>
      <p:sp>
        <p:nvSpPr>
          <p:cNvPr id="424" name="Google Shape;424;p29"/>
          <p:cNvSpPr txBox="1"/>
          <p:nvPr/>
        </p:nvSpPr>
        <p:spPr>
          <a:xfrm>
            <a:off x="978655" y="1761513"/>
            <a:ext cx="4811975" cy="212725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ES" sz="1600" dirty="0" err="1">
                <a:solidFill>
                  <a:srgbClr val="24292E"/>
                </a:solidFill>
                <a:highlight>
                  <a:srgbClr val="FFFFFF"/>
                </a:highlight>
                <a:latin typeface="Consolas" panose="020B0609020204030204" pitchFamily="49" charset="0"/>
                <a:ea typeface="Courier New"/>
                <a:cs typeface="Courier New"/>
                <a:sym typeface="Courier New"/>
              </a:rPr>
              <a:t>prompt</a:t>
            </a:r>
            <a:r>
              <a:rPr lang="es-ES" sz="1600" dirty="0">
                <a:solidFill>
                  <a:srgbClr val="24292E"/>
                </a:solidFill>
                <a:highlight>
                  <a:srgbClr val="FFFFFF"/>
                </a:highlight>
                <a:latin typeface="Consolas" panose="020B0609020204030204" pitchFamily="49" charset="0"/>
                <a:ea typeface="Courier New"/>
                <a:cs typeface="Courier New"/>
                <a:sym typeface="Courier New"/>
              </a:rPr>
              <a:t>&gt; ./</a:t>
            </a:r>
            <a:r>
              <a:rPr lang="es-ES" sz="1600" dirty="0" err="1">
                <a:solidFill>
                  <a:srgbClr val="24292E"/>
                </a:solidFill>
                <a:highlight>
                  <a:srgbClr val="FFFFFF"/>
                </a:highlight>
                <a:latin typeface="Consolas" panose="020B0609020204030204" pitchFamily="49" charset="0"/>
                <a:ea typeface="Courier New"/>
                <a:cs typeface="Courier New"/>
                <a:sym typeface="Courier New"/>
              </a:rPr>
              <a:t>mem</a:t>
            </a:r>
            <a:r>
              <a:rPr lang="es-ES" sz="1600" dirty="0">
                <a:solidFill>
                  <a:srgbClr val="24292E"/>
                </a:solidFill>
                <a:highlight>
                  <a:srgbClr val="FFFFFF"/>
                </a:highlight>
                <a:latin typeface="Consolas" panose="020B0609020204030204" pitchFamily="49" charset="0"/>
                <a:ea typeface="Courier New"/>
                <a:cs typeface="Courier New"/>
                <a:sym typeface="Courier New"/>
              </a:rPr>
              <a:t> 1</a:t>
            </a:r>
            <a:endParaRPr sz="16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600" dirty="0">
                <a:solidFill>
                  <a:srgbClr val="24292E"/>
                </a:solidFill>
                <a:highlight>
                  <a:srgbClr val="FFFFFF"/>
                </a:highlight>
                <a:latin typeface="Consolas" panose="020B0609020204030204" pitchFamily="49" charset="0"/>
                <a:ea typeface="Courier New"/>
                <a:cs typeface="Courier New"/>
                <a:sym typeface="Courier New"/>
              </a:rPr>
              <a:t>(2134) address </a:t>
            </a:r>
            <a:r>
              <a:rPr lang="es-ES" sz="1600" dirty="0" err="1">
                <a:solidFill>
                  <a:srgbClr val="24292E"/>
                </a:solidFill>
                <a:highlight>
                  <a:srgbClr val="FFFFFF"/>
                </a:highlight>
                <a:latin typeface="Consolas" panose="020B0609020204030204" pitchFamily="49" charset="0"/>
                <a:ea typeface="Courier New"/>
                <a:cs typeface="Courier New"/>
                <a:sym typeface="Courier New"/>
              </a:rPr>
              <a:t>pointed</a:t>
            </a:r>
            <a:r>
              <a:rPr lang="es-ES" sz="1600" dirty="0">
                <a:solidFill>
                  <a:srgbClr val="24292E"/>
                </a:solidFill>
                <a:highlight>
                  <a:srgbClr val="FFFFFF"/>
                </a:highlight>
                <a:latin typeface="Consolas" panose="020B0609020204030204" pitchFamily="49" charset="0"/>
                <a:ea typeface="Courier New"/>
                <a:cs typeface="Courier New"/>
                <a:sym typeface="Courier New"/>
              </a:rPr>
              <a:t> </a:t>
            </a:r>
            <a:r>
              <a:rPr lang="es-ES" sz="1600" dirty="0" err="1">
                <a:solidFill>
                  <a:srgbClr val="24292E"/>
                </a:solidFill>
                <a:highlight>
                  <a:srgbClr val="FFFFFF"/>
                </a:highlight>
                <a:latin typeface="Consolas" panose="020B0609020204030204" pitchFamily="49" charset="0"/>
                <a:ea typeface="Courier New"/>
                <a:cs typeface="Courier New"/>
                <a:sym typeface="Courier New"/>
              </a:rPr>
              <a:t>to</a:t>
            </a:r>
            <a:r>
              <a:rPr lang="es-ES" sz="1600" dirty="0">
                <a:solidFill>
                  <a:srgbClr val="24292E"/>
                </a:solidFill>
                <a:highlight>
                  <a:srgbClr val="FFFFFF"/>
                </a:highlight>
                <a:latin typeface="Consolas" panose="020B0609020204030204" pitchFamily="49" charset="0"/>
                <a:ea typeface="Courier New"/>
                <a:cs typeface="Courier New"/>
                <a:sym typeface="Courier New"/>
              </a:rPr>
              <a:t> </a:t>
            </a:r>
            <a:r>
              <a:rPr lang="es-ES" sz="1600" dirty="0" err="1">
                <a:solidFill>
                  <a:srgbClr val="24292E"/>
                </a:solidFill>
                <a:highlight>
                  <a:srgbClr val="FFFFFF"/>
                </a:highlight>
                <a:latin typeface="Consolas" panose="020B0609020204030204" pitchFamily="49" charset="0"/>
                <a:ea typeface="Courier New"/>
                <a:cs typeface="Courier New"/>
                <a:sym typeface="Courier New"/>
              </a:rPr>
              <a:t>by</a:t>
            </a:r>
            <a:r>
              <a:rPr lang="es-ES" sz="1600" dirty="0">
                <a:solidFill>
                  <a:srgbClr val="24292E"/>
                </a:solidFill>
                <a:highlight>
                  <a:srgbClr val="FFFFFF"/>
                </a:highlight>
                <a:latin typeface="Consolas" panose="020B0609020204030204" pitchFamily="49" charset="0"/>
                <a:ea typeface="Courier New"/>
                <a:cs typeface="Courier New"/>
                <a:sym typeface="Courier New"/>
              </a:rPr>
              <a:t> p: </a:t>
            </a:r>
            <a:r>
              <a:rPr lang="es-ES" sz="1600" dirty="0">
                <a:solidFill>
                  <a:srgbClr val="24292E"/>
                </a:solidFill>
                <a:highlight>
                  <a:srgbClr val="FFFF00"/>
                </a:highlight>
                <a:latin typeface="Consolas" panose="020B0609020204030204" pitchFamily="49" charset="0"/>
                <a:ea typeface="Courier New"/>
                <a:cs typeface="Courier New"/>
                <a:sym typeface="Courier New"/>
              </a:rPr>
              <a:t>0x200000</a:t>
            </a:r>
            <a:endParaRPr sz="1600" dirty="0">
              <a:solidFill>
                <a:srgbClr val="24292E"/>
              </a:solidFill>
              <a:highlight>
                <a:srgbClr val="FFFF00"/>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600" dirty="0">
                <a:solidFill>
                  <a:srgbClr val="24292E"/>
                </a:solidFill>
                <a:highlight>
                  <a:srgbClr val="FFFFFF"/>
                </a:highlight>
                <a:latin typeface="Consolas" panose="020B0609020204030204" pitchFamily="49" charset="0"/>
                <a:ea typeface="Courier New"/>
                <a:cs typeface="Courier New"/>
                <a:sym typeface="Courier New"/>
              </a:rPr>
              <a:t>(2134) p: 1</a:t>
            </a:r>
            <a:endParaRPr sz="16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600" dirty="0">
                <a:solidFill>
                  <a:srgbClr val="24292E"/>
                </a:solidFill>
                <a:highlight>
                  <a:srgbClr val="FFFFFF"/>
                </a:highlight>
                <a:latin typeface="Consolas" panose="020B0609020204030204" pitchFamily="49" charset="0"/>
                <a:ea typeface="Courier New"/>
                <a:cs typeface="Courier New"/>
                <a:sym typeface="Courier New"/>
              </a:rPr>
              <a:t>(2134) p: 2</a:t>
            </a:r>
            <a:endParaRPr sz="16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600" dirty="0">
                <a:solidFill>
                  <a:srgbClr val="24292E"/>
                </a:solidFill>
                <a:highlight>
                  <a:srgbClr val="FFFFFF"/>
                </a:highlight>
                <a:latin typeface="Consolas" panose="020B0609020204030204" pitchFamily="49" charset="0"/>
                <a:ea typeface="Courier New"/>
                <a:cs typeface="Courier New"/>
                <a:sym typeface="Courier New"/>
              </a:rPr>
              <a:t>(2134) p: 3</a:t>
            </a:r>
            <a:endParaRPr sz="16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600" dirty="0">
                <a:solidFill>
                  <a:srgbClr val="24292E"/>
                </a:solidFill>
                <a:highlight>
                  <a:srgbClr val="FFFFFF"/>
                </a:highlight>
                <a:latin typeface="Consolas" panose="020B0609020204030204" pitchFamily="49" charset="0"/>
                <a:ea typeface="Courier New"/>
                <a:cs typeface="Courier New"/>
                <a:sym typeface="Courier New"/>
              </a:rPr>
              <a:t>(2134) p: 4</a:t>
            </a:r>
            <a:endParaRPr sz="16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600" dirty="0">
                <a:solidFill>
                  <a:srgbClr val="24292E"/>
                </a:solidFill>
                <a:highlight>
                  <a:srgbClr val="FFFFFF"/>
                </a:highlight>
                <a:latin typeface="Consolas" panose="020B0609020204030204" pitchFamily="49" charset="0"/>
                <a:ea typeface="Courier New"/>
                <a:cs typeface="Courier New"/>
                <a:sym typeface="Courier New"/>
              </a:rPr>
              <a:t>(2134) p: 5</a:t>
            </a:r>
            <a:endParaRPr sz="16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600" dirty="0">
                <a:solidFill>
                  <a:srgbClr val="C00000"/>
                </a:solidFill>
                <a:highlight>
                  <a:srgbClr val="FFFFFF"/>
                </a:highlight>
                <a:latin typeface="Consolas" panose="020B0609020204030204" pitchFamily="49" charset="0"/>
                <a:ea typeface="Courier New"/>
                <a:cs typeface="Courier New"/>
                <a:sym typeface="Courier New"/>
              </a:rPr>
              <a:t>ˆC</a:t>
            </a:r>
            <a:endParaRPr sz="1600" dirty="0">
              <a:solidFill>
                <a:srgbClr val="C00000"/>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endParaRPr sz="16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spcBef>
                <a:spcPts val="0"/>
              </a:spcBef>
              <a:spcAft>
                <a:spcPts val="0"/>
              </a:spcAft>
              <a:buNone/>
            </a:pPr>
            <a:endParaRPr sz="1400" dirty="0">
              <a:solidFill>
                <a:srgbClr val="24292E"/>
              </a:solidFill>
              <a:highlight>
                <a:srgbClr val="FFFFFF"/>
              </a:highlight>
              <a:latin typeface="Consolas" panose="020B0609020204030204" pitchFamily="49" charset="0"/>
              <a:ea typeface="Courier New"/>
              <a:cs typeface="Courier New"/>
              <a:sym typeface="Courier New"/>
            </a:endParaRPr>
          </a:p>
        </p:txBody>
      </p:sp>
      <p:sp>
        <p:nvSpPr>
          <p:cNvPr id="425" name="Google Shape;425;p29"/>
          <p:cNvSpPr/>
          <p:nvPr/>
        </p:nvSpPr>
        <p:spPr>
          <a:xfrm>
            <a:off x="8345763" y="2094038"/>
            <a:ext cx="731100" cy="731100"/>
          </a:xfrm>
          <a:prstGeom prst="ellipse">
            <a:avLst/>
          </a:prstGeom>
          <a:solidFill>
            <a:srgbClr val="C9DAF8"/>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800" b="1" dirty="0">
                <a:latin typeface="Consolas" panose="020B0609020204030204" pitchFamily="49" charset="0"/>
                <a:ea typeface="Courier New"/>
                <a:cs typeface="Courier New"/>
                <a:sym typeface="Courier New"/>
              </a:rPr>
              <a:t>P1</a:t>
            </a:r>
            <a:endParaRPr sz="1800" b="1" dirty="0">
              <a:latin typeface="Consolas" panose="020B0609020204030204" pitchFamily="49" charset="0"/>
              <a:ea typeface="Courier New"/>
              <a:cs typeface="Courier New"/>
              <a:sym typeface="Courier New"/>
            </a:endParaRPr>
          </a:p>
        </p:txBody>
      </p:sp>
      <p:sp>
        <p:nvSpPr>
          <p:cNvPr id="426" name="Google Shape;426;p29"/>
          <p:cNvSpPr txBox="1"/>
          <p:nvPr/>
        </p:nvSpPr>
        <p:spPr>
          <a:xfrm>
            <a:off x="9529950" y="2244050"/>
            <a:ext cx="18144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ES" sz="1600" dirty="0">
                <a:solidFill>
                  <a:srgbClr val="24292E"/>
                </a:solidFill>
                <a:highlight>
                  <a:srgbClr val="C9DAF8"/>
                </a:highlight>
                <a:latin typeface="Consolas" panose="020B0609020204030204" pitchFamily="49" charset="0"/>
                <a:ea typeface="Courier New"/>
                <a:cs typeface="Courier New"/>
                <a:sym typeface="Courier New"/>
              </a:rPr>
              <a:t>pid(P1)= 2134</a:t>
            </a:r>
            <a:endParaRPr sz="1600" dirty="0">
              <a:highlight>
                <a:srgbClr val="C9DAF8"/>
              </a:highlight>
              <a:latin typeface="Consolas" panose="020B0609020204030204" pitchFamily="49" charset="0"/>
            </a:endParaRPr>
          </a:p>
        </p:txBody>
      </p:sp>
      <p:graphicFrame>
        <p:nvGraphicFramePr>
          <p:cNvPr id="427" name="Google Shape;427;p29"/>
          <p:cNvGraphicFramePr/>
          <p:nvPr>
            <p:extLst>
              <p:ext uri="{D42A27DB-BD31-4B8C-83A1-F6EECF244321}">
                <p14:modId xmlns:p14="http://schemas.microsoft.com/office/powerpoint/2010/main" val="1342806439"/>
              </p:ext>
            </p:extLst>
          </p:nvPr>
        </p:nvGraphicFramePr>
        <p:xfrm>
          <a:off x="8182475" y="3133263"/>
          <a:ext cx="3441750" cy="2377260"/>
        </p:xfrm>
        <a:graphic>
          <a:graphicData uri="http://schemas.openxmlformats.org/drawingml/2006/table">
            <a:tbl>
              <a:tblPr>
                <a:noFill/>
                <a:tableStyleId>{A3A52A41-BABC-4418-8BB8-58FADEB799A8}</a:tableStyleId>
              </a:tblPr>
              <a:tblGrid>
                <a:gridCol w="1207425">
                  <a:extLst>
                    <a:ext uri="{9D8B030D-6E8A-4147-A177-3AD203B41FA5}">
                      <a16:colId xmlns:a16="http://schemas.microsoft.com/office/drawing/2014/main" val="20000"/>
                    </a:ext>
                  </a:extLst>
                </a:gridCol>
                <a:gridCol w="1082375">
                  <a:extLst>
                    <a:ext uri="{9D8B030D-6E8A-4147-A177-3AD203B41FA5}">
                      <a16:colId xmlns:a16="http://schemas.microsoft.com/office/drawing/2014/main" val="20001"/>
                    </a:ext>
                  </a:extLst>
                </a:gridCol>
                <a:gridCol w="1151950">
                  <a:extLst>
                    <a:ext uri="{9D8B030D-6E8A-4147-A177-3AD203B41FA5}">
                      <a16:colId xmlns:a16="http://schemas.microsoft.com/office/drawing/2014/main" val="20002"/>
                    </a:ext>
                  </a:extLst>
                </a:gridCol>
              </a:tblGrid>
              <a:tr h="396200">
                <a:tc>
                  <a:txBody>
                    <a:bodyPr/>
                    <a:lstStyle/>
                    <a:p>
                      <a:pPr marL="0" lvl="0" indent="0" algn="r" rtl="0">
                        <a:spcBef>
                          <a:spcPts val="0"/>
                        </a:spcBef>
                        <a:spcAft>
                          <a:spcPts val="0"/>
                        </a:spcAft>
                        <a:buNone/>
                      </a:pPr>
                      <a:r>
                        <a:rPr lang="es-ES" sz="1400" b="1" dirty="0">
                          <a:latin typeface="Consolas" panose="020B0609020204030204" pitchFamily="49" charset="0"/>
                          <a:ea typeface="Courier New"/>
                          <a:cs typeface="Courier New"/>
                          <a:sym typeface="Courier New"/>
                        </a:rPr>
                        <a:t>Dirección</a:t>
                      </a:r>
                      <a:endParaRPr sz="1400" b="1" dirty="0">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s-ES" sz="1400" b="1">
                          <a:latin typeface="Consolas" panose="020B0609020204030204" pitchFamily="49" charset="0"/>
                          <a:ea typeface="Courier New"/>
                          <a:cs typeface="Courier New"/>
                          <a:sym typeface="Courier New"/>
                        </a:rPr>
                        <a:t>Valor</a:t>
                      </a:r>
                      <a:endParaRPr sz="1400" b="1">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r>
                        <a:rPr lang="es-ES" sz="1400" b="1">
                          <a:latin typeface="Consolas" panose="020B0609020204030204" pitchFamily="49" charset="0"/>
                          <a:ea typeface="Courier New"/>
                          <a:cs typeface="Courier New"/>
                          <a:sym typeface="Courier New"/>
                        </a:rPr>
                        <a:t>Variable</a:t>
                      </a:r>
                      <a:endParaRPr sz="1400" b="1">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396200">
                <a:tc>
                  <a:txBody>
                    <a:bodyPr/>
                    <a:lstStyle/>
                    <a:p>
                      <a:pPr marL="0" lvl="0" indent="0" algn="r" rtl="0">
                        <a:spcBef>
                          <a:spcPts val="0"/>
                        </a:spcBef>
                        <a:spcAft>
                          <a:spcPts val="0"/>
                        </a:spcAft>
                        <a:buNone/>
                      </a:pPr>
                      <a:r>
                        <a:rPr lang="es-ES" sz="1400">
                          <a:latin typeface="Consolas" panose="020B0609020204030204" pitchFamily="49" charset="0"/>
                          <a:ea typeface="Courier New"/>
                          <a:cs typeface="Courier New"/>
                          <a:sym typeface="Courier New"/>
                        </a:rPr>
                        <a:t>...</a:t>
                      </a:r>
                      <a:endParaRPr sz="1400">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40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sz="140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396200">
                <a:tc>
                  <a:txBody>
                    <a:bodyPr/>
                    <a:lstStyle/>
                    <a:p>
                      <a:pPr marL="0" lvl="0" indent="0" algn="r" rtl="0">
                        <a:spcBef>
                          <a:spcPts val="0"/>
                        </a:spcBef>
                        <a:spcAft>
                          <a:spcPts val="0"/>
                        </a:spcAft>
                        <a:buNone/>
                      </a:pPr>
                      <a:r>
                        <a:rPr lang="es-ES" sz="1400" dirty="0">
                          <a:solidFill>
                            <a:schemeClr val="dk1"/>
                          </a:solidFill>
                          <a:highlight>
                            <a:srgbClr val="FFFF00"/>
                          </a:highlight>
                          <a:latin typeface="Consolas" panose="020B0609020204030204" pitchFamily="49" charset="0"/>
                          <a:ea typeface="Courier New"/>
                          <a:cs typeface="Courier New"/>
                          <a:sym typeface="Courier New"/>
                        </a:rPr>
                        <a:t>0x200000</a:t>
                      </a:r>
                      <a:endParaRPr sz="1400" dirty="0">
                        <a:highlight>
                          <a:srgbClr val="FFFF00"/>
                        </a:highlight>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s-ES" sz="1400">
                          <a:latin typeface="Consolas" panose="020B0609020204030204" pitchFamily="49" charset="0"/>
                          <a:ea typeface="Courier New"/>
                          <a:cs typeface="Courier New"/>
                          <a:sym typeface="Courier New"/>
                        </a:rPr>
                        <a:t>0</a:t>
                      </a:r>
                      <a:endParaRPr sz="140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r>
                        <a:rPr lang="es-ES" sz="1400" dirty="0">
                          <a:latin typeface="Consolas" panose="020B0609020204030204" pitchFamily="49" charset="0"/>
                          <a:ea typeface="Courier New"/>
                          <a:cs typeface="Courier New"/>
                          <a:sym typeface="Courier New"/>
                        </a:rPr>
                        <a:t>*p</a:t>
                      </a:r>
                      <a:endParaRPr sz="1400" dirty="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396200">
                <a:tc>
                  <a:txBody>
                    <a:bodyPr/>
                    <a:lstStyle/>
                    <a:p>
                      <a:pPr marL="0" lvl="0" indent="0" algn="r" rtl="0">
                        <a:spcBef>
                          <a:spcPts val="0"/>
                        </a:spcBef>
                        <a:spcAft>
                          <a:spcPts val="0"/>
                        </a:spcAft>
                        <a:buNone/>
                      </a:pPr>
                      <a:r>
                        <a:rPr lang="es-ES" sz="1400">
                          <a:solidFill>
                            <a:schemeClr val="dk1"/>
                          </a:solidFill>
                          <a:latin typeface="Consolas" panose="020B0609020204030204" pitchFamily="49" charset="0"/>
                          <a:ea typeface="Courier New"/>
                          <a:cs typeface="Courier New"/>
                          <a:sym typeface="Courier New"/>
                        </a:rPr>
                        <a:t>...</a:t>
                      </a:r>
                      <a:endParaRPr sz="1400">
                        <a:solidFill>
                          <a:schemeClr val="dk1"/>
                        </a:solidFill>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40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sz="140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396200">
                <a:tc>
                  <a:txBody>
                    <a:bodyPr/>
                    <a:lstStyle/>
                    <a:p>
                      <a:pPr marL="0" lvl="0" indent="0" algn="r" rtl="0">
                        <a:spcBef>
                          <a:spcPts val="0"/>
                        </a:spcBef>
                        <a:spcAft>
                          <a:spcPts val="0"/>
                        </a:spcAft>
                        <a:buNone/>
                      </a:pPr>
                      <a:r>
                        <a:rPr lang="es-ES" sz="1400">
                          <a:solidFill>
                            <a:schemeClr val="dk1"/>
                          </a:solidFill>
                          <a:latin typeface="Consolas" panose="020B0609020204030204" pitchFamily="49" charset="0"/>
                          <a:ea typeface="Courier New"/>
                          <a:cs typeface="Courier New"/>
                          <a:sym typeface="Courier New"/>
                        </a:rPr>
                        <a:t>&amp;p</a:t>
                      </a:r>
                      <a:endParaRPr sz="1400">
                        <a:solidFill>
                          <a:schemeClr val="dk1"/>
                        </a:solidFill>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40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r>
                        <a:rPr lang="es-ES" sz="1400">
                          <a:latin typeface="Consolas" panose="020B0609020204030204" pitchFamily="49" charset="0"/>
                          <a:ea typeface="Courier New"/>
                          <a:cs typeface="Courier New"/>
                          <a:sym typeface="Courier New"/>
                        </a:rPr>
                        <a:t>p</a:t>
                      </a:r>
                      <a:endParaRPr sz="140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396200">
                <a:tc>
                  <a:txBody>
                    <a:bodyPr/>
                    <a:lstStyle/>
                    <a:p>
                      <a:pPr marL="0" lvl="0" indent="0" algn="r" rtl="0">
                        <a:spcBef>
                          <a:spcPts val="0"/>
                        </a:spcBef>
                        <a:spcAft>
                          <a:spcPts val="0"/>
                        </a:spcAft>
                        <a:buNone/>
                      </a:pPr>
                      <a:r>
                        <a:rPr lang="es-ES" sz="1400">
                          <a:solidFill>
                            <a:schemeClr val="dk1"/>
                          </a:solidFill>
                          <a:latin typeface="Consolas" panose="020B0609020204030204" pitchFamily="49" charset="0"/>
                          <a:ea typeface="Courier New"/>
                          <a:cs typeface="Courier New"/>
                          <a:sym typeface="Courier New"/>
                        </a:rPr>
                        <a:t>...</a:t>
                      </a:r>
                      <a:endParaRPr sz="1400">
                        <a:solidFill>
                          <a:schemeClr val="dk1"/>
                        </a:solidFill>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40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sz="1400" dirty="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428" name="Google Shape;428;p29"/>
          <p:cNvPicPr preferRelativeResize="0"/>
          <p:nvPr/>
        </p:nvPicPr>
        <p:blipFill>
          <a:blip r:embed="rId3">
            <a:alphaModFix/>
          </a:blip>
          <a:stretch>
            <a:fillRect/>
          </a:stretch>
        </p:blipFill>
        <p:spPr>
          <a:xfrm>
            <a:off x="6566398" y="3782750"/>
            <a:ext cx="1390625" cy="1989750"/>
          </a:xfrm>
          <a:prstGeom prst="rect">
            <a:avLst/>
          </a:prstGeom>
          <a:noFill/>
          <a:ln>
            <a:noFill/>
          </a:ln>
        </p:spPr>
      </p:pic>
      <p:cxnSp>
        <p:nvCxnSpPr>
          <p:cNvPr id="429" name="Google Shape;429;p29"/>
          <p:cNvCxnSpPr/>
          <p:nvPr/>
        </p:nvCxnSpPr>
        <p:spPr>
          <a:xfrm rot="10800000">
            <a:off x="9688300" y="4164050"/>
            <a:ext cx="0" cy="758100"/>
          </a:xfrm>
          <a:prstGeom prst="straightConnector1">
            <a:avLst/>
          </a:prstGeom>
          <a:noFill/>
          <a:ln w="19050" cap="flat" cmpd="sng">
            <a:solidFill>
              <a:schemeClr val="dk2"/>
            </a:solidFill>
            <a:prstDash val="solid"/>
            <a:round/>
            <a:headEnd type="none" w="med" len="med"/>
            <a:tailEnd type="triangl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29"/>
          <p:cNvSpPr txBox="1">
            <a:spLocks noGrp="1"/>
          </p:cNvSpPr>
          <p:nvPr>
            <p:ph type="title"/>
          </p:nvPr>
        </p:nvSpPr>
        <p:spPr>
          <a:xfrm>
            <a:off x="221226" y="96038"/>
            <a:ext cx="10810568"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Virtualización de Memoria - Contextualización</a:t>
            </a:r>
            <a:endParaRPr dirty="0">
              <a:solidFill>
                <a:schemeClr val="tx1"/>
              </a:solidFill>
            </a:endParaRPr>
          </a:p>
        </p:txBody>
      </p:sp>
      <p:sp>
        <p:nvSpPr>
          <p:cNvPr id="423" name="Google Shape;423;p29"/>
          <p:cNvSpPr txBox="1">
            <a:spLocks noGrp="1"/>
          </p:cNvSpPr>
          <p:nvPr>
            <p:ph type="body" idx="1"/>
          </p:nvPr>
        </p:nvSpPr>
        <p:spPr>
          <a:xfrm>
            <a:off x="296430" y="1085026"/>
            <a:ext cx="5494200" cy="559767"/>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Clr>
                <a:schemeClr val="dk1"/>
              </a:buClr>
              <a:buSzPts val="1100"/>
              <a:buFont typeface="Arial"/>
              <a:buNone/>
            </a:pPr>
            <a:r>
              <a:rPr lang="es-ES" sz="2200" b="1" dirty="0">
                <a:latin typeface="+mn-lt"/>
              </a:rPr>
              <a:t>Pregunta</a:t>
            </a:r>
            <a:r>
              <a:rPr lang="es-ES" sz="2200" dirty="0">
                <a:latin typeface="+mn-lt"/>
              </a:rPr>
              <a:t>: ¿Cómo funciona el programa?</a:t>
            </a:r>
            <a:endParaRPr sz="2800" b="1" dirty="0">
              <a:latin typeface="+mn-lt"/>
            </a:endParaRPr>
          </a:p>
          <a:p>
            <a:pPr marL="0" lvl="0" indent="0" algn="l" rtl="0">
              <a:spcBef>
                <a:spcPts val="1000"/>
              </a:spcBef>
              <a:spcAft>
                <a:spcPts val="0"/>
              </a:spcAft>
              <a:buNone/>
            </a:pPr>
            <a:endParaRPr dirty="0">
              <a:latin typeface="+mn-lt"/>
            </a:endParaRPr>
          </a:p>
        </p:txBody>
      </p:sp>
      <p:sp>
        <p:nvSpPr>
          <p:cNvPr id="424" name="Google Shape;424;p29"/>
          <p:cNvSpPr txBox="1"/>
          <p:nvPr/>
        </p:nvSpPr>
        <p:spPr>
          <a:xfrm>
            <a:off x="486697" y="1889288"/>
            <a:ext cx="5139813" cy="2085782"/>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ES" sz="1600" dirty="0" err="1">
                <a:solidFill>
                  <a:srgbClr val="24292E"/>
                </a:solidFill>
                <a:highlight>
                  <a:srgbClr val="FFFFFF"/>
                </a:highlight>
                <a:latin typeface="Consolas" panose="020B0609020204030204" pitchFamily="49" charset="0"/>
                <a:ea typeface="Courier New"/>
                <a:cs typeface="Courier New"/>
                <a:sym typeface="Courier New"/>
              </a:rPr>
              <a:t>prompt</a:t>
            </a:r>
            <a:r>
              <a:rPr lang="es-ES" sz="1600" dirty="0">
                <a:solidFill>
                  <a:srgbClr val="24292E"/>
                </a:solidFill>
                <a:highlight>
                  <a:srgbClr val="FFFFFF"/>
                </a:highlight>
                <a:latin typeface="Consolas" panose="020B0609020204030204" pitchFamily="49" charset="0"/>
                <a:ea typeface="Courier New"/>
                <a:cs typeface="Courier New"/>
                <a:sym typeface="Courier New"/>
              </a:rPr>
              <a:t>&gt; ./</a:t>
            </a:r>
            <a:r>
              <a:rPr lang="es-ES" sz="1600" dirty="0" err="1">
                <a:solidFill>
                  <a:srgbClr val="24292E"/>
                </a:solidFill>
                <a:highlight>
                  <a:srgbClr val="FFFFFF"/>
                </a:highlight>
                <a:latin typeface="Consolas" panose="020B0609020204030204" pitchFamily="49" charset="0"/>
                <a:ea typeface="Courier New"/>
                <a:cs typeface="Courier New"/>
                <a:sym typeface="Courier New"/>
              </a:rPr>
              <a:t>mem</a:t>
            </a:r>
            <a:r>
              <a:rPr lang="es-ES" sz="1600" dirty="0">
                <a:solidFill>
                  <a:srgbClr val="24292E"/>
                </a:solidFill>
                <a:highlight>
                  <a:srgbClr val="FFFFFF"/>
                </a:highlight>
                <a:latin typeface="Consolas" panose="020B0609020204030204" pitchFamily="49" charset="0"/>
                <a:ea typeface="Courier New"/>
                <a:cs typeface="Courier New"/>
                <a:sym typeface="Courier New"/>
              </a:rPr>
              <a:t> 1</a:t>
            </a:r>
            <a:endParaRPr sz="16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600" dirty="0">
                <a:solidFill>
                  <a:srgbClr val="24292E"/>
                </a:solidFill>
                <a:highlight>
                  <a:srgbClr val="FFFFFF"/>
                </a:highlight>
                <a:latin typeface="Consolas" panose="020B0609020204030204" pitchFamily="49" charset="0"/>
                <a:ea typeface="Courier New"/>
                <a:cs typeface="Courier New"/>
                <a:sym typeface="Courier New"/>
              </a:rPr>
              <a:t>(2134) address </a:t>
            </a:r>
            <a:r>
              <a:rPr lang="es-ES" sz="1600" dirty="0" err="1">
                <a:solidFill>
                  <a:srgbClr val="24292E"/>
                </a:solidFill>
                <a:highlight>
                  <a:srgbClr val="FFFFFF"/>
                </a:highlight>
                <a:latin typeface="Consolas" panose="020B0609020204030204" pitchFamily="49" charset="0"/>
                <a:ea typeface="Courier New"/>
                <a:cs typeface="Courier New"/>
                <a:sym typeface="Courier New"/>
              </a:rPr>
              <a:t>pointed</a:t>
            </a:r>
            <a:r>
              <a:rPr lang="es-ES" sz="1600" dirty="0">
                <a:solidFill>
                  <a:srgbClr val="24292E"/>
                </a:solidFill>
                <a:highlight>
                  <a:srgbClr val="FFFFFF"/>
                </a:highlight>
                <a:latin typeface="Consolas" panose="020B0609020204030204" pitchFamily="49" charset="0"/>
                <a:ea typeface="Courier New"/>
                <a:cs typeface="Courier New"/>
                <a:sym typeface="Courier New"/>
              </a:rPr>
              <a:t> </a:t>
            </a:r>
            <a:r>
              <a:rPr lang="es-ES" sz="1600" dirty="0" err="1">
                <a:solidFill>
                  <a:srgbClr val="24292E"/>
                </a:solidFill>
                <a:highlight>
                  <a:srgbClr val="FFFFFF"/>
                </a:highlight>
                <a:latin typeface="Consolas" panose="020B0609020204030204" pitchFamily="49" charset="0"/>
                <a:ea typeface="Courier New"/>
                <a:cs typeface="Courier New"/>
                <a:sym typeface="Courier New"/>
              </a:rPr>
              <a:t>to</a:t>
            </a:r>
            <a:r>
              <a:rPr lang="es-ES" sz="1600" dirty="0">
                <a:solidFill>
                  <a:srgbClr val="24292E"/>
                </a:solidFill>
                <a:highlight>
                  <a:srgbClr val="FFFFFF"/>
                </a:highlight>
                <a:latin typeface="Consolas" panose="020B0609020204030204" pitchFamily="49" charset="0"/>
                <a:ea typeface="Courier New"/>
                <a:cs typeface="Courier New"/>
                <a:sym typeface="Courier New"/>
              </a:rPr>
              <a:t> </a:t>
            </a:r>
            <a:r>
              <a:rPr lang="es-ES" sz="1600" dirty="0" err="1">
                <a:solidFill>
                  <a:srgbClr val="24292E"/>
                </a:solidFill>
                <a:highlight>
                  <a:srgbClr val="FFFFFF"/>
                </a:highlight>
                <a:latin typeface="Consolas" panose="020B0609020204030204" pitchFamily="49" charset="0"/>
                <a:ea typeface="Courier New"/>
                <a:cs typeface="Courier New"/>
                <a:sym typeface="Courier New"/>
              </a:rPr>
              <a:t>by</a:t>
            </a:r>
            <a:r>
              <a:rPr lang="es-ES" sz="1600" dirty="0">
                <a:solidFill>
                  <a:srgbClr val="24292E"/>
                </a:solidFill>
                <a:highlight>
                  <a:srgbClr val="FFFFFF"/>
                </a:highlight>
                <a:latin typeface="Consolas" panose="020B0609020204030204" pitchFamily="49" charset="0"/>
                <a:ea typeface="Courier New"/>
                <a:cs typeface="Courier New"/>
                <a:sym typeface="Courier New"/>
              </a:rPr>
              <a:t> p: </a:t>
            </a:r>
            <a:r>
              <a:rPr lang="es-ES" sz="1600" dirty="0">
                <a:solidFill>
                  <a:srgbClr val="24292E"/>
                </a:solidFill>
                <a:highlight>
                  <a:srgbClr val="FFFF00"/>
                </a:highlight>
                <a:latin typeface="Consolas" panose="020B0609020204030204" pitchFamily="49" charset="0"/>
                <a:ea typeface="Courier New"/>
                <a:cs typeface="Courier New"/>
                <a:sym typeface="Courier New"/>
              </a:rPr>
              <a:t>0x200000</a:t>
            </a:r>
            <a:endParaRPr sz="1600" dirty="0">
              <a:solidFill>
                <a:srgbClr val="24292E"/>
              </a:solidFill>
              <a:highlight>
                <a:srgbClr val="FFFF00"/>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600" dirty="0">
                <a:solidFill>
                  <a:srgbClr val="24292E"/>
                </a:solidFill>
                <a:highlight>
                  <a:srgbClr val="FFFFFF"/>
                </a:highlight>
                <a:latin typeface="Consolas" panose="020B0609020204030204" pitchFamily="49" charset="0"/>
                <a:ea typeface="Courier New"/>
                <a:cs typeface="Courier New"/>
                <a:sym typeface="Courier New"/>
              </a:rPr>
              <a:t>(2134) p: 1</a:t>
            </a:r>
            <a:endParaRPr sz="16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600" dirty="0">
                <a:solidFill>
                  <a:srgbClr val="24292E"/>
                </a:solidFill>
                <a:highlight>
                  <a:srgbClr val="FFFFFF"/>
                </a:highlight>
                <a:latin typeface="Consolas" panose="020B0609020204030204" pitchFamily="49" charset="0"/>
                <a:ea typeface="Courier New"/>
                <a:cs typeface="Courier New"/>
                <a:sym typeface="Courier New"/>
              </a:rPr>
              <a:t>(2134) p: 2</a:t>
            </a:r>
            <a:endParaRPr sz="16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600" dirty="0">
                <a:solidFill>
                  <a:srgbClr val="24292E"/>
                </a:solidFill>
                <a:highlight>
                  <a:srgbClr val="FFFFFF"/>
                </a:highlight>
                <a:latin typeface="Consolas" panose="020B0609020204030204" pitchFamily="49" charset="0"/>
                <a:ea typeface="Courier New"/>
                <a:cs typeface="Courier New"/>
                <a:sym typeface="Courier New"/>
              </a:rPr>
              <a:t>(2134) p: 3</a:t>
            </a:r>
            <a:endParaRPr sz="16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600" dirty="0">
                <a:solidFill>
                  <a:srgbClr val="24292E"/>
                </a:solidFill>
                <a:highlight>
                  <a:srgbClr val="FFFFFF"/>
                </a:highlight>
                <a:latin typeface="Consolas" panose="020B0609020204030204" pitchFamily="49" charset="0"/>
                <a:ea typeface="Courier New"/>
                <a:cs typeface="Courier New"/>
                <a:sym typeface="Courier New"/>
              </a:rPr>
              <a:t>(2134) p: 4</a:t>
            </a:r>
            <a:endParaRPr sz="16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600" dirty="0">
                <a:solidFill>
                  <a:srgbClr val="24292E"/>
                </a:solidFill>
                <a:highlight>
                  <a:srgbClr val="FFFFFF"/>
                </a:highlight>
                <a:latin typeface="Consolas" panose="020B0609020204030204" pitchFamily="49" charset="0"/>
                <a:ea typeface="Courier New"/>
                <a:cs typeface="Courier New"/>
                <a:sym typeface="Courier New"/>
              </a:rPr>
              <a:t>(2134) p: 5</a:t>
            </a:r>
            <a:endParaRPr sz="16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600" dirty="0">
                <a:solidFill>
                  <a:srgbClr val="FF0000"/>
                </a:solidFill>
                <a:highlight>
                  <a:srgbClr val="FFFFFF"/>
                </a:highlight>
                <a:latin typeface="Consolas" panose="020B0609020204030204" pitchFamily="49" charset="0"/>
                <a:ea typeface="Courier New"/>
                <a:cs typeface="Courier New"/>
                <a:sym typeface="Courier New"/>
              </a:rPr>
              <a:t>ˆC</a:t>
            </a:r>
            <a:endParaRPr sz="1600" dirty="0">
              <a:solidFill>
                <a:srgbClr val="FF0000"/>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endParaRPr sz="16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spcBef>
                <a:spcPts val="0"/>
              </a:spcBef>
              <a:spcAft>
                <a:spcPts val="0"/>
              </a:spcAft>
              <a:buNone/>
            </a:pPr>
            <a:endParaRPr sz="1400" dirty="0">
              <a:solidFill>
                <a:srgbClr val="24292E"/>
              </a:solidFill>
              <a:highlight>
                <a:srgbClr val="FFFFFF"/>
              </a:highlight>
              <a:latin typeface="Consolas" panose="020B0609020204030204" pitchFamily="49" charset="0"/>
              <a:ea typeface="Courier New"/>
              <a:cs typeface="Courier New"/>
              <a:sym typeface="Courier New"/>
            </a:endParaRPr>
          </a:p>
        </p:txBody>
      </p:sp>
      <p:sp>
        <p:nvSpPr>
          <p:cNvPr id="425" name="Google Shape;425;p29"/>
          <p:cNvSpPr/>
          <p:nvPr/>
        </p:nvSpPr>
        <p:spPr>
          <a:xfrm>
            <a:off x="972736" y="4770719"/>
            <a:ext cx="731100" cy="731100"/>
          </a:xfrm>
          <a:prstGeom prst="ellipse">
            <a:avLst/>
          </a:prstGeom>
          <a:solidFill>
            <a:srgbClr val="C9DAF8"/>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800" dirty="0">
                <a:latin typeface="Consolas" panose="020B0609020204030204" pitchFamily="49" charset="0"/>
                <a:ea typeface="Courier New"/>
                <a:cs typeface="Courier New"/>
                <a:sym typeface="Courier New"/>
              </a:rPr>
              <a:t>P1</a:t>
            </a:r>
            <a:endParaRPr sz="1800" dirty="0">
              <a:latin typeface="Consolas" panose="020B0609020204030204" pitchFamily="49" charset="0"/>
              <a:ea typeface="Courier New"/>
              <a:cs typeface="Courier New"/>
              <a:sym typeface="Courier New"/>
            </a:endParaRPr>
          </a:p>
        </p:txBody>
      </p:sp>
      <p:sp>
        <p:nvSpPr>
          <p:cNvPr id="426" name="Google Shape;426;p29"/>
          <p:cNvSpPr txBox="1"/>
          <p:nvPr/>
        </p:nvSpPr>
        <p:spPr>
          <a:xfrm>
            <a:off x="598849" y="5921230"/>
            <a:ext cx="18144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ES" sz="1600" dirty="0">
                <a:solidFill>
                  <a:srgbClr val="24292E"/>
                </a:solidFill>
                <a:highlight>
                  <a:srgbClr val="C9DAF8"/>
                </a:highlight>
                <a:latin typeface="Consolas" panose="020B0609020204030204" pitchFamily="49" charset="0"/>
                <a:ea typeface="Courier New"/>
                <a:cs typeface="Courier New"/>
                <a:sym typeface="Courier New"/>
              </a:rPr>
              <a:t>pid(P1)= 2134</a:t>
            </a:r>
            <a:endParaRPr sz="1600" dirty="0">
              <a:highlight>
                <a:srgbClr val="C9DAF8"/>
              </a:highlight>
              <a:latin typeface="Consolas" panose="020B0609020204030204" pitchFamily="49" charset="0"/>
            </a:endParaRPr>
          </a:p>
        </p:txBody>
      </p:sp>
      <p:graphicFrame>
        <p:nvGraphicFramePr>
          <p:cNvPr id="427" name="Google Shape;427;p29"/>
          <p:cNvGraphicFramePr/>
          <p:nvPr>
            <p:extLst>
              <p:ext uri="{D42A27DB-BD31-4B8C-83A1-F6EECF244321}">
                <p14:modId xmlns:p14="http://schemas.microsoft.com/office/powerpoint/2010/main" val="2237158942"/>
              </p:ext>
            </p:extLst>
          </p:nvPr>
        </p:nvGraphicFramePr>
        <p:xfrm>
          <a:off x="2184760" y="4180399"/>
          <a:ext cx="3441750" cy="2377260"/>
        </p:xfrm>
        <a:graphic>
          <a:graphicData uri="http://schemas.openxmlformats.org/drawingml/2006/table">
            <a:tbl>
              <a:tblPr>
                <a:noFill/>
                <a:tableStyleId>{A3A52A41-BABC-4418-8BB8-58FADEB799A8}</a:tableStyleId>
              </a:tblPr>
              <a:tblGrid>
                <a:gridCol w="1207425">
                  <a:extLst>
                    <a:ext uri="{9D8B030D-6E8A-4147-A177-3AD203B41FA5}">
                      <a16:colId xmlns:a16="http://schemas.microsoft.com/office/drawing/2014/main" val="20000"/>
                    </a:ext>
                  </a:extLst>
                </a:gridCol>
                <a:gridCol w="1082375">
                  <a:extLst>
                    <a:ext uri="{9D8B030D-6E8A-4147-A177-3AD203B41FA5}">
                      <a16:colId xmlns:a16="http://schemas.microsoft.com/office/drawing/2014/main" val="20001"/>
                    </a:ext>
                  </a:extLst>
                </a:gridCol>
                <a:gridCol w="1151950">
                  <a:extLst>
                    <a:ext uri="{9D8B030D-6E8A-4147-A177-3AD203B41FA5}">
                      <a16:colId xmlns:a16="http://schemas.microsoft.com/office/drawing/2014/main" val="20002"/>
                    </a:ext>
                  </a:extLst>
                </a:gridCol>
              </a:tblGrid>
              <a:tr h="396200">
                <a:tc>
                  <a:txBody>
                    <a:bodyPr/>
                    <a:lstStyle/>
                    <a:p>
                      <a:pPr marL="0" lvl="0" indent="0" algn="r" rtl="0">
                        <a:spcBef>
                          <a:spcPts val="0"/>
                        </a:spcBef>
                        <a:spcAft>
                          <a:spcPts val="0"/>
                        </a:spcAft>
                        <a:buNone/>
                      </a:pPr>
                      <a:r>
                        <a:rPr lang="es-ES" sz="1400" b="1" dirty="0">
                          <a:latin typeface="Consolas" panose="020B0609020204030204" pitchFamily="49" charset="0"/>
                          <a:ea typeface="Courier New"/>
                          <a:cs typeface="Courier New"/>
                          <a:sym typeface="Courier New"/>
                        </a:rPr>
                        <a:t>Dirección</a:t>
                      </a:r>
                      <a:endParaRPr sz="1400" b="1" dirty="0">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s-ES" sz="1400" b="1">
                          <a:latin typeface="Consolas" panose="020B0609020204030204" pitchFamily="49" charset="0"/>
                          <a:ea typeface="Courier New"/>
                          <a:cs typeface="Courier New"/>
                          <a:sym typeface="Courier New"/>
                        </a:rPr>
                        <a:t>Valor</a:t>
                      </a:r>
                      <a:endParaRPr sz="1400" b="1">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r>
                        <a:rPr lang="es-ES" sz="1400" b="1" dirty="0">
                          <a:latin typeface="Consolas" panose="020B0609020204030204" pitchFamily="49" charset="0"/>
                          <a:ea typeface="Courier New"/>
                          <a:cs typeface="Courier New"/>
                          <a:sym typeface="Courier New"/>
                        </a:rPr>
                        <a:t>Variable</a:t>
                      </a:r>
                      <a:endParaRPr sz="1400" b="1" dirty="0">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396200">
                <a:tc>
                  <a:txBody>
                    <a:bodyPr/>
                    <a:lstStyle/>
                    <a:p>
                      <a:pPr marL="0" lvl="0" indent="0" algn="r" rtl="0">
                        <a:spcBef>
                          <a:spcPts val="0"/>
                        </a:spcBef>
                        <a:spcAft>
                          <a:spcPts val="0"/>
                        </a:spcAft>
                        <a:buNone/>
                      </a:pPr>
                      <a:r>
                        <a:rPr lang="es-ES" sz="1400">
                          <a:latin typeface="Consolas" panose="020B0609020204030204" pitchFamily="49" charset="0"/>
                          <a:ea typeface="Courier New"/>
                          <a:cs typeface="Courier New"/>
                          <a:sym typeface="Courier New"/>
                        </a:rPr>
                        <a:t>...</a:t>
                      </a:r>
                      <a:endParaRPr sz="1400">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40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sz="140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396200">
                <a:tc>
                  <a:txBody>
                    <a:bodyPr/>
                    <a:lstStyle/>
                    <a:p>
                      <a:pPr marL="0" lvl="0" indent="0" algn="r" rtl="0">
                        <a:spcBef>
                          <a:spcPts val="0"/>
                        </a:spcBef>
                        <a:spcAft>
                          <a:spcPts val="0"/>
                        </a:spcAft>
                        <a:buNone/>
                      </a:pPr>
                      <a:r>
                        <a:rPr lang="es-ES" sz="1400">
                          <a:solidFill>
                            <a:schemeClr val="dk1"/>
                          </a:solidFill>
                          <a:highlight>
                            <a:srgbClr val="FFFF00"/>
                          </a:highlight>
                          <a:latin typeface="Consolas" panose="020B0609020204030204" pitchFamily="49" charset="0"/>
                          <a:ea typeface="Courier New"/>
                          <a:cs typeface="Courier New"/>
                          <a:sym typeface="Courier New"/>
                        </a:rPr>
                        <a:t>0x200000</a:t>
                      </a:r>
                      <a:endParaRPr sz="1400">
                        <a:highlight>
                          <a:srgbClr val="FFFF00"/>
                        </a:highlight>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s-ES" sz="1400">
                          <a:latin typeface="Consolas" panose="020B0609020204030204" pitchFamily="49" charset="0"/>
                          <a:ea typeface="Courier New"/>
                          <a:cs typeface="Courier New"/>
                          <a:sym typeface="Courier New"/>
                        </a:rPr>
                        <a:t>0</a:t>
                      </a:r>
                      <a:endParaRPr sz="140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r>
                        <a:rPr lang="es-ES" sz="1400">
                          <a:latin typeface="Consolas" panose="020B0609020204030204" pitchFamily="49" charset="0"/>
                          <a:ea typeface="Courier New"/>
                          <a:cs typeface="Courier New"/>
                          <a:sym typeface="Courier New"/>
                        </a:rPr>
                        <a:t>*p</a:t>
                      </a:r>
                      <a:endParaRPr sz="140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396200">
                <a:tc>
                  <a:txBody>
                    <a:bodyPr/>
                    <a:lstStyle/>
                    <a:p>
                      <a:pPr marL="0" lvl="0" indent="0" algn="r" rtl="0">
                        <a:spcBef>
                          <a:spcPts val="0"/>
                        </a:spcBef>
                        <a:spcAft>
                          <a:spcPts val="0"/>
                        </a:spcAft>
                        <a:buNone/>
                      </a:pPr>
                      <a:r>
                        <a:rPr lang="es-ES" sz="1400">
                          <a:solidFill>
                            <a:schemeClr val="dk1"/>
                          </a:solidFill>
                          <a:latin typeface="Consolas" panose="020B0609020204030204" pitchFamily="49" charset="0"/>
                          <a:ea typeface="Courier New"/>
                          <a:cs typeface="Courier New"/>
                          <a:sym typeface="Courier New"/>
                        </a:rPr>
                        <a:t>...</a:t>
                      </a:r>
                      <a:endParaRPr sz="1400">
                        <a:solidFill>
                          <a:schemeClr val="dk1"/>
                        </a:solidFill>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40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sz="140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396200">
                <a:tc>
                  <a:txBody>
                    <a:bodyPr/>
                    <a:lstStyle/>
                    <a:p>
                      <a:pPr marL="0" lvl="0" indent="0" algn="r" rtl="0">
                        <a:spcBef>
                          <a:spcPts val="0"/>
                        </a:spcBef>
                        <a:spcAft>
                          <a:spcPts val="0"/>
                        </a:spcAft>
                        <a:buNone/>
                      </a:pPr>
                      <a:r>
                        <a:rPr lang="es-ES" sz="1400">
                          <a:solidFill>
                            <a:schemeClr val="dk1"/>
                          </a:solidFill>
                          <a:latin typeface="Consolas" panose="020B0609020204030204" pitchFamily="49" charset="0"/>
                          <a:ea typeface="Courier New"/>
                          <a:cs typeface="Courier New"/>
                          <a:sym typeface="Courier New"/>
                        </a:rPr>
                        <a:t>&amp;p</a:t>
                      </a:r>
                      <a:endParaRPr sz="1400">
                        <a:solidFill>
                          <a:schemeClr val="dk1"/>
                        </a:solidFill>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40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r>
                        <a:rPr lang="es-ES" sz="1400">
                          <a:latin typeface="Consolas" panose="020B0609020204030204" pitchFamily="49" charset="0"/>
                          <a:ea typeface="Courier New"/>
                          <a:cs typeface="Courier New"/>
                          <a:sym typeface="Courier New"/>
                        </a:rPr>
                        <a:t>p</a:t>
                      </a:r>
                      <a:endParaRPr sz="140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396200">
                <a:tc>
                  <a:txBody>
                    <a:bodyPr/>
                    <a:lstStyle/>
                    <a:p>
                      <a:pPr marL="0" lvl="0" indent="0" algn="r" rtl="0">
                        <a:spcBef>
                          <a:spcPts val="0"/>
                        </a:spcBef>
                        <a:spcAft>
                          <a:spcPts val="0"/>
                        </a:spcAft>
                        <a:buNone/>
                      </a:pPr>
                      <a:r>
                        <a:rPr lang="es-ES" sz="1400">
                          <a:solidFill>
                            <a:schemeClr val="dk1"/>
                          </a:solidFill>
                          <a:latin typeface="Consolas" panose="020B0609020204030204" pitchFamily="49" charset="0"/>
                          <a:ea typeface="Courier New"/>
                          <a:cs typeface="Courier New"/>
                          <a:sym typeface="Courier New"/>
                        </a:rPr>
                        <a:t>...</a:t>
                      </a:r>
                      <a:endParaRPr sz="1400">
                        <a:solidFill>
                          <a:schemeClr val="dk1"/>
                        </a:solidFill>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400" dirty="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sz="1400" dirty="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cxnSp>
        <p:nvCxnSpPr>
          <p:cNvPr id="429" name="Google Shape;429;p29"/>
          <p:cNvCxnSpPr/>
          <p:nvPr/>
        </p:nvCxnSpPr>
        <p:spPr>
          <a:xfrm rot="10800000">
            <a:off x="3690585" y="5211186"/>
            <a:ext cx="0" cy="758100"/>
          </a:xfrm>
          <a:prstGeom prst="straightConnector1">
            <a:avLst/>
          </a:prstGeom>
          <a:noFill/>
          <a:ln w="19050" cap="flat" cmpd="sng">
            <a:solidFill>
              <a:schemeClr val="dk2"/>
            </a:solidFill>
            <a:prstDash val="solid"/>
            <a:round/>
            <a:headEnd type="none" w="med" len="med"/>
            <a:tailEnd type="triangle" w="med" len="med"/>
          </a:ln>
        </p:spPr>
      </p:cxnSp>
      <p:grpSp>
        <p:nvGrpSpPr>
          <p:cNvPr id="32" name="Grupo 31">
            <a:extLst>
              <a:ext uri="{FF2B5EF4-FFF2-40B4-BE49-F238E27FC236}">
                <a16:creationId xmlns:a16="http://schemas.microsoft.com/office/drawing/2014/main" id="{104B79B0-BAA2-47F1-BF8F-DA4F6274AD3E}"/>
              </a:ext>
            </a:extLst>
          </p:cNvPr>
          <p:cNvGrpSpPr/>
          <p:nvPr/>
        </p:nvGrpSpPr>
        <p:grpSpPr>
          <a:xfrm>
            <a:off x="7153546" y="3679803"/>
            <a:ext cx="731100" cy="1090916"/>
            <a:chOff x="5902719" y="2562847"/>
            <a:chExt cx="731100" cy="1090916"/>
          </a:xfrm>
        </p:grpSpPr>
        <p:grpSp>
          <p:nvGrpSpPr>
            <p:cNvPr id="31" name="Grupo 30">
              <a:extLst>
                <a:ext uri="{FF2B5EF4-FFF2-40B4-BE49-F238E27FC236}">
                  <a16:creationId xmlns:a16="http://schemas.microsoft.com/office/drawing/2014/main" id="{6509C7AB-F7DE-4015-B307-A0F6A17C9B6D}"/>
                </a:ext>
              </a:extLst>
            </p:cNvPr>
            <p:cNvGrpSpPr/>
            <p:nvPr/>
          </p:nvGrpSpPr>
          <p:grpSpPr>
            <a:xfrm>
              <a:off x="5902719" y="2922663"/>
              <a:ext cx="731100" cy="731100"/>
              <a:chOff x="5902719" y="2922663"/>
              <a:chExt cx="731100" cy="731100"/>
            </a:xfrm>
          </p:grpSpPr>
          <p:sp>
            <p:nvSpPr>
              <p:cNvPr id="12" name="Google Shape;425;p29">
                <a:extLst>
                  <a:ext uri="{FF2B5EF4-FFF2-40B4-BE49-F238E27FC236}">
                    <a16:creationId xmlns:a16="http://schemas.microsoft.com/office/drawing/2014/main" id="{9559BB28-C1CA-4400-8300-BDE48AA0922D}"/>
                  </a:ext>
                </a:extLst>
              </p:cNvPr>
              <p:cNvSpPr/>
              <p:nvPr/>
            </p:nvSpPr>
            <p:spPr>
              <a:xfrm>
                <a:off x="5902719" y="2922663"/>
                <a:ext cx="731100" cy="731100"/>
              </a:xfrm>
              <a:prstGeom prst="ellipse">
                <a:avLst/>
              </a:prstGeom>
              <a:solidFill>
                <a:srgbClr val="C9DAF8"/>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dirty="0">
                  <a:latin typeface="Consolas" panose="020B0609020204030204" pitchFamily="49" charset="0"/>
                  <a:ea typeface="Courier New"/>
                  <a:cs typeface="Courier New"/>
                  <a:sym typeface="Courier New"/>
                </a:endParaRPr>
              </a:p>
            </p:txBody>
          </p:sp>
          <p:grpSp>
            <p:nvGrpSpPr>
              <p:cNvPr id="30" name="Grupo 29">
                <a:extLst>
                  <a:ext uri="{FF2B5EF4-FFF2-40B4-BE49-F238E27FC236}">
                    <a16:creationId xmlns:a16="http://schemas.microsoft.com/office/drawing/2014/main" id="{4788C47D-D6FB-4785-A3D3-2EEF9D09341E}"/>
                  </a:ext>
                </a:extLst>
              </p:cNvPr>
              <p:cNvGrpSpPr/>
              <p:nvPr/>
            </p:nvGrpSpPr>
            <p:grpSpPr>
              <a:xfrm>
                <a:off x="6063540" y="3097569"/>
                <a:ext cx="402694" cy="400320"/>
                <a:chOff x="6063540" y="3097569"/>
                <a:chExt cx="402694" cy="400320"/>
              </a:xfrm>
            </p:grpSpPr>
            <mc:AlternateContent xmlns:mc="http://schemas.openxmlformats.org/markup-compatibility/2006" xmlns:p14="http://schemas.microsoft.com/office/powerpoint/2010/main">
              <mc:Choice Requires="p14">
                <p:contentPart p14:bwMode="auto" r:id="rId3">
                  <p14:nvContentPartPr>
                    <p14:cNvPr id="9" name="Entrada de lápiz 8">
                      <a:extLst>
                        <a:ext uri="{FF2B5EF4-FFF2-40B4-BE49-F238E27FC236}">
                          <a16:creationId xmlns:a16="http://schemas.microsoft.com/office/drawing/2014/main" id="{36103D3C-F7BD-49F8-BF96-BD27E8A5F2CA}"/>
                        </a:ext>
                      </a:extLst>
                    </p14:cNvPr>
                    <p14:cNvContentPartPr/>
                    <p14:nvPr/>
                  </p14:nvContentPartPr>
                  <p14:xfrm>
                    <a:off x="6063540" y="3097569"/>
                    <a:ext cx="70560" cy="400320"/>
                  </p14:xfrm>
                </p:contentPart>
              </mc:Choice>
              <mc:Fallback xmlns="">
                <p:pic>
                  <p:nvPicPr>
                    <p:cNvPr id="9" name="Entrada de lápiz 8">
                      <a:extLst>
                        <a:ext uri="{FF2B5EF4-FFF2-40B4-BE49-F238E27FC236}">
                          <a16:creationId xmlns:a16="http://schemas.microsoft.com/office/drawing/2014/main" id="{36103D3C-F7BD-49F8-BF96-BD27E8A5F2CA}"/>
                        </a:ext>
                      </a:extLst>
                    </p:cNvPr>
                    <p:cNvPicPr/>
                    <p:nvPr/>
                  </p:nvPicPr>
                  <p:blipFill>
                    <a:blip r:embed="rId4"/>
                    <a:stretch>
                      <a:fillRect/>
                    </a:stretch>
                  </p:blipFill>
                  <p:spPr>
                    <a:xfrm>
                      <a:off x="6059220" y="3093249"/>
                      <a:ext cx="79200" cy="408960"/>
                    </a:xfrm>
                    <a:prstGeom prst="rect">
                      <a:avLst/>
                    </a:prstGeom>
                  </p:spPr>
                </p:pic>
              </mc:Fallback>
            </mc:AlternateContent>
            <p:grpSp>
              <p:nvGrpSpPr>
                <p:cNvPr id="28" name="Grupo 27">
                  <a:extLst>
                    <a:ext uri="{FF2B5EF4-FFF2-40B4-BE49-F238E27FC236}">
                      <a16:creationId xmlns:a16="http://schemas.microsoft.com/office/drawing/2014/main" id="{010AF349-0A8B-4A86-A882-9F04D35143E9}"/>
                    </a:ext>
                  </a:extLst>
                </p:cNvPr>
                <p:cNvGrpSpPr/>
                <p:nvPr/>
              </p:nvGrpSpPr>
              <p:grpSpPr>
                <a:xfrm>
                  <a:off x="6237634" y="3147427"/>
                  <a:ext cx="228600" cy="281573"/>
                  <a:chOff x="6237634" y="3147427"/>
                  <a:chExt cx="228600" cy="281573"/>
                </a:xfrm>
              </p:grpSpPr>
              <p:sp>
                <p:nvSpPr>
                  <p:cNvPr id="5" name="Rectángulo 4">
                    <a:extLst>
                      <a:ext uri="{FF2B5EF4-FFF2-40B4-BE49-F238E27FC236}">
                        <a16:creationId xmlns:a16="http://schemas.microsoft.com/office/drawing/2014/main" id="{A280F4D9-6636-4B58-9F73-E669420B2356}"/>
                      </a:ext>
                    </a:extLst>
                  </p:cNvPr>
                  <p:cNvSpPr/>
                  <p:nvPr/>
                </p:nvSpPr>
                <p:spPr>
                  <a:xfrm>
                    <a:off x="6237634" y="3147427"/>
                    <a:ext cx="228600" cy="28157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27" name="Conector recto 26">
                    <a:extLst>
                      <a:ext uri="{FF2B5EF4-FFF2-40B4-BE49-F238E27FC236}">
                        <a16:creationId xmlns:a16="http://schemas.microsoft.com/office/drawing/2014/main" id="{AD70FB0B-61B3-4D8B-A0B6-85769AC9D071}"/>
                      </a:ext>
                    </a:extLst>
                  </p:cNvPr>
                  <p:cNvCxnSpPr>
                    <a:stCxn id="5" idx="1"/>
                    <a:endCxn id="5" idx="3"/>
                  </p:cNvCxnSpPr>
                  <p:nvPr/>
                </p:nvCxnSpPr>
                <p:spPr>
                  <a:xfrm>
                    <a:off x="6237634" y="3288214"/>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AD9624C9-3330-41E9-ACDC-074E969724C1}"/>
                      </a:ext>
                    </a:extLst>
                  </p:cNvPr>
                  <p:cNvCxnSpPr/>
                  <p:nvPr/>
                </p:nvCxnSpPr>
                <p:spPr>
                  <a:xfrm>
                    <a:off x="6237634" y="3219158"/>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ector recto 35">
                    <a:extLst>
                      <a:ext uri="{FF2B5EF4-FFF2-40B4-BE49-F238E27FC236}">
                        <a16:creationId xmlns:a16="http://schemas.microsoft.com/office/drawing/2014/main" id="{87C3A120-B5A3-40AA-AD28-674905C160D2}"/>
                      </a:ext>
                    </a:extLst>
                  </p:cNvPr>
                  <p:cNvCxnSpPr/>
                  <p:nvPr/>
                </p:nvCxnSpPr>
                <p:spPr>
                  <a:xfrm>
                    <a:off x="6237634" y="3359652"/>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29" name="CuadroTexto 28">
              <a:extLst>
                <a:ext uri="{FF2B5EF4-FFF2-40B4-BE49-F238E27FC236}">
                  <a16:creationId xmlns:a16="http://schemas.microsoft.com/office/drawing/2014/main" id="{7D4982BE-C80A-4903-A7D8-3847F12A58C7}"/>
                </a:ext>
              </a:extLst>
            </p:cNvPr>
            <p:cNvSpPr txBox="1"/>
            <p:nvPr/>
          </p:nvSpPr>
          <p:spPr>
            <a:xfrm>
              <a:off x="5991281" y="2562847"/>
              <a:ext cx="574211" cy="369332"/>
            </a:xfrm>
            <a:prstGeom prst="rect">
              <a:avLst/>
            </a:prstGeom>
            <a:noFill/>
          </p:spPr>
          <p:txBody>
            <a:bodyPr wrap="square" rtlCol="0">
              <a:spAutoFit/>
            </a:bodyPr>
            <a:lstStyle/>
            <a:p>
              <a:pPr algn="ctr"/>
              <a:r>
                <a:rPr lang="es-CO" b="1" dirty="0">
                  <a:latin typeface="Consolas" panose="020B0609020204030204" pitchFamily="49" charset="0"/>
                </a:rPr>
                <a:t>P1</a:t>
              </a:r>
            </a:p>
          </p:txBody>
        </p:sp>
      </p:grpSp>
      <p:sp>
        <p:nvSpPr>
          <p:cNvPr id="42" name="CuadroTexto 41">
            <a:extLst>
              <a:ext uri="{FF2B5EF4-FFF2-40B4-BE49-F238E27FC236}">
                <a16:creationId xmlns:a16="http://schemas.microsoft.com/office/drawing/2014/main" id="{7013F3CD-A4B6-48EB-B586-B4A9EEF5CF32}"/>
              </a:ext>
            </a:extLst>
          </p:cNvPr>
          <p:cNvSpPr txBox="1"/>
          <p:nvPr/>
        </p:nvSpPr>
        <p:spPr>
          <a:xfrm>
            <a:off x="9240904" y="1204923"/>
            <a:ext cx="2046155" cy="369332"/>
          </a:xfrm>
          <a:prstGeom prst="rect">
            <a:avLst/>
          </a:prstGeom>
          <a:noFill/>
        </p:spPr>
        <p:txBody>
          <a:bodyPr wrap="square" rtlCol="0">
            <a:spAutoFit/>
          </a:bodyPr>
          <a:lstStyle/>
          <a:p>
            <a:pPr algn="ctr"/>
            <a:r>
              <a:rPr lang="es-CO" b="1" dirty="0">
                <a:latin typeface="Consolas" panose="020B0609020204030204" pitchFamily="49" charset="0"/>
              </a:rPr>
              <a:t>Memoria física</a:t>
            </a:r>
          </a:p>
        </p:txBody>
      </p:sp>
      <p:grpSp>
        <p:nvGrpSpPr>
          <p:cNvPr id="45" name="Grupo 44">
            <a:extLst>
              <a:ext uri="{FF2B5EF4-FFF2-40B4-BE49-F238E27FC236}">
                <a16:creationId xmlns:a16="http://schemas.microsoft.com/office/drawing/2014/main" id="{BA1FA68C-A3E3-474A-9CA6-435682E15365}"/>
              </a:ext>
            </a:extLst>
          </p:cNvPr>
          <p:cNvGrpSpPr/>
          <p:nvPr/>
        </p:nvGrpSpPr>
        <p:grpSpPr>
          <a:xfrm>
            <a:off x="9318755" y="1685084"/>
            <a:ext cx="1797527" cy="4938769"/>
            <a:chOff x="9318755" y="1685084"/>
            <a:chExt cx="1797527" cy="4938769"/>
          </a:xfrm>
        </p:grpSpPr>
        <p:sp>
          <p:nvSpPr>
            <p:cNvPr id="46" name="Rectángulo 45">
              <a:extLst>
                <a:ext uri="{FF2B5EF4-FFF2-40B4-BE49-F238E27FC236}">
                  <a16:creationId xmlns:a16="http://schemas.microsoft.com/office/drawing/2014/main" id="{5899F5CB-F2AC-47B9-BBBD-110868A79FCA}"/>
                </a:ext>
              </a:extLst>
            </p:cNvPr>
            <p:cNvSpPr/>
            <p:nvPr/>
          </p:nvSpPr>
          <p:spPr>
            <a:xfrm>
              <a:off x="9411682" y="1719323"/>
              <a:ext cx="1704600" cy="871477"/>
            </a:xfrm>
            <a:prstGeom prst="rect">
              <a:avLst/>
            </a:prstGeom>
            <a:solidFill>
              <a:schemeClr val="accent6">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7" name="CuadroTexto 46">
              <a:extLst>
                <a:ext uri="{FF2B5EF4-FFF2-40B4-BE49-F238E27FC236}">
                  <a16:creationId xmlns:a16="http://schemas.microsoft.com/office/drawing/2014/main" id="{8F4B675F-6F65-4692-B530-FC6D112118C7}"/>
                </a:ext>
              </a:extLst>
            </p:cNvPr>
            <p:cNvSpPr txBox="1"/>
            <p:nvPr/>
          </p:nvSpPr>
          <p:spPr>
            <a:xfrm>
              <a:off x="9318755" y="1685084"/>
              <a:ext cx="574211" cy="369332"/>
            </a:xfrm>
            <a:prstGeom prst="rect">
              <a:avLst/>
            </a:prstGeom>
            <a:noFill/>
          </p:spPr>
          <p:txBody>
            <a:bodyPr wrap="square" rtlCol="0">
              <a:spAutoFit/>
            </a:bodyPr>
            <a:lstStyle/>
            <a:p>
              <a:pPr algn="ctr"/>
              <a:r>
                <a:rPr lang="es-CO" b="1" dirty="0">
                  <a:latin typeface="Consolas" panose="020B0609020204030204" pitchFamily="49" charset="0"/>
                </a:rPr>
                <a:t>SO</a:t>
              </a:r>
            </a:p>
          </p:txBody>
        </p:sp>
        <p:sp>
          <p:nvSpPr>
            <p:cNvPr id="48" name="Rectángulo 47">
              <a:extLst>
                <a:ext uri="{FF2B5EF4-FFF2-40B4-BE49-F238E27FC236}">
                  <a16:creationId xmlns:a16="http://schemas.microsoft.com/office/drawing/2014/main" id="{5398C0BF-5B14-473F-A9A7-C366D3731EFD}"/>
                </a:ext>
              </a:extLst>
            </p:cNvPr>
            <p:cNvSpPr/>
            <p:nvPr/>
          </p:nvSpPr>
          <p:spPr>
            <a:xfrm>
              <a:off x="9411682" y="1719323"/>
              <a:ext cx="1704600" cy="490453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Tree>
    <p:extLst>
      <p:ext uri="{BB962C8B-B14F-4D97-AF65-F5344CB8AC3E}">
        <p14:creationId xmlns:p14="http://schemas.microsoft.com/office/powerpoint/2010/main" val="1137549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30"/>
          <p:cNvSpPr txBox="1">
            <a:spLocks noGrp="1"/>
          </p:cNvSpPr>
          <p:nvPr>
            <p:ph type="title"/>
          </p:nvPr>
        </p:nvSpPr>
        <p:spPr>
          <a:xfrm>
            <a:off x="916650" y="96038"/>
            <a:ext cx="103587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Virtualización de Memoria - Contextualización</a:t>
            </a:r>
            <a:endParaRPr dirty="0">
              <a:solidFill>
                <a:schemeClr val="tx1"/>
              </a:solidFill>
            </a:endParaRPr>
          </a:p>
        </p:txBody>
      </p:sp>
      <p:sp>
        <p:nvSpPr>
          <p:cNvPr id="435" name="Google Shape;435;p30"/>
          <p:cNvSpPr txBox="1">
            <a:spLocks noGrp="1"/>
          </p:cNvSpPr>
          <p:nvPr>
            <p:ph type="body" idx="1"/>
          </p:nvPr>
        </p:nvSpPr>
        <p:spPr>
          <a:xfrm>
            <a:off x="917710" y="1077314"/>
            <a:ext cx="10602900" cy="551690"/>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sz="2200" b="1" dirty="0">
                <a:latin typeface="+mn-lt"/>
              </a:rPr>
              <a:t>Pregunta</a:t>
            </a:r>
            <a:r>
              <a:rPr lang="es-ES" sz="2200" dirty="0">
                <a:latin typeface="+mn-lt"/>
              </a:rPr>
              <a:t>: ¿Que pasa si dos usuarios corren simultáneamente el programa?</a:t>
            </a:r>
            <a:endParaRPr sz="2800" dirty="0">
              <a:latin typeface="+mn-lt"/>
            </a:endParaRPr>
          </a:p>
        </p:txBody>
      </p:sp>
      <p:sp>
        <p:nvSpPr>
          <p:cNvPr id="436" name="Google Shape;436;p30"/>
          <p:cNvSpPr txBox="1"/>
          <p:nvPr/>
        </p:nvSpPr>
        <p:spPr>
          <a:xfrm>
            <a:off x="1104125" y="2048525"/>
            <a:ext cx="4711926" cy="3262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ES" sz="1400" dirty="0" err="1">
                <a:solidFill>
                  <a:srgbClr val="24292E"/>
                </a:solidFill>
                <a:highlight>
                  <a:srgbClr val="FFFFFF"/>
                </a:highlight>
                <a:latin typeface="Consolas" panose="020B0609020204030204" pitchFamily="49" charset="0"/>
                <a:ea typeface="Courier New"/>
                <a:cs typeface="Courier New"/>
                <a:sym typeface="Courier New"/>
              </a:rPr>
              <a:t>prompt</a:t>
            </a:r>
            <a:r>
              <a:rPr lang="es-ES" sz="1400" dirty="0">
                <a:solidFill>
                  <a:srgbClr val="24292E"/>
                </a:solidFill>
                <a:highlight>
                  <a:srgbClr val="FFFFFF"/>
                </a:highlight>
                <a:latin typeface="Consolas" panose="020B0609020204030204" pitchFamily="49" charset="0"/>
                <a:ea typeface="Courier New"/>
                <a:cs typeface="Courier New"/>
                <a:sym typeface="Courier New"/>
              </a:rPr>
              <a:t>&gt; </a:t>
            </a:r>
            <a:r>
              <a:rPr lang="es-ES" sz="1400" dirty="0">
                <a:solidFill>
                  <a:srgbClr val="24292E"/>
                </a:solidFill>
                <a:highlight>
                  <a:srgbClr val="C9DAF8"/>
                </a:highlight>
                <a:latin typeface="Consolas" panose="020B0609020204030204" pitchFamily="49" charset="0"/>
                <a:ea typeface="Courier New"/>
                <a:cs typeface="Courier New"/>
                <a:sym typeface="Courier New"/>
              </a:rPr>
              <a:t>./</a:t>
            </a:r>
            <a:r>
              <a:rPr lang="es-ES" sz="1400" dirty="0" err="1">
                <a:solidFill>
                  <a:srgbClr val="24292E"/>
                </a:solidFill>
                <a:highlight>
                  <a:srgbClr val="C9DAF8"/>
                </a:highlight>
                <a:latin typeface="Consolas" panose="020B0609020204030204" pitchFamily="49" charset="0"/>
                <a:ea typeface="Courier New"/>
                <a:cs typeface="Courier New"/>
                <a:sym typeface="Courier New"/>
              </a:rPr>
              <a:t>mem</a:t>
            </a:r>
            <a:r>
              <a:rPr lang="es-ES" sz="1400" dirty="0">
                <a:solidFill>
                  <a:srgbClr val="24292E"/>
                </a:solidFill>
                <a:highlight>
                  <a:srgbClr val="C9DAF8"/>
                </a:highlight>
                <a:latin typeface="Consolas" panose="020B0609020204030204" pitchFamily="49" charset="0"/>
                <a:ea typeface="Courier New"/>
                <a:cs typeface="Courier New"/>
                <a:sym typeface="Courier New"/>
              </a:rPr>
              <a:t> 1</a:t>
            </a:r>
            <a:r>
              <a:rPr lang="es-ES" sz="1400" dirty="0">
                <a:solidFill>
                  <a:srgbClr val="24292E"/>
                </a:solidFill>
                <a:highlight>
                  <a:srgbClr val="FFFFFF"/>
                </a:highlight>
                <a:latin typeface="Consolas" panose="020B0609020204030204" pitchFamily="49" charset="0"/>
                <a:ea typeface="Courier New"/>
                <a:cs typeface="Courier New"/>
                <a:sym typeface="Courier New"/>
              </a:rPr>
              <a:t> &amp;; </a:t>
            </a:r>
            <a:r>
              <a:rPr lang="es-ES" sz="1400" dirty="0">
                <a:solidFill>
                  <a:srgbClr val="24292E"/>
                </a:solidFill>
                <a:highlight>
                  <a:srgbClr val="F4CCCC"/>
                </a:highlight>
                <a:latin typeface="Consolas" panose="020B0609020204030204" pitchFamily="49" charset="0"/>
                <a:ea typeface="Courier New"/>
                <a:cs typeface="Courier New"/>
                <a:sym typeface="Courier New"/>
              </a:rPr>
              <a:t>./</a:t>
            </a:r>
            <a:r>
              <a:rPr lang="es-ES" sz="1400" dirty="0" err="1">
                <a:solidFill>
                  <a:srgbClr val="24292E"/>
                </a:solidFill>
                <a:highlight>
                  <a:srgbClr val="F4CCCC"/>
                </a:highlight>
                <a:latin typeface="Consolas" panose="020B0609020204030204" pitchFamily="49" charset="0"/>
                <a:ea typeface="Courier New"/>
                <a:cs typeface="Courier New"/>
                <a:sym typeface="Courier New"/>
              </a:rPr>
              <a:t>mem</a:t>
            </a:r>
            <a:r>
              <a:rPr lang="es-ES" sz="1400" dirty="0">
                <a:solidFill>
                  <a:srgbClr val="24292E"/>
                </a:solidFill>
                <a:highlight>
                  <a:srgbClr val="F4CCCC"/>
                </a:highlight>
                <a:latin typeface="Consolas" panose="020B0609020204030204" pitchFamily="49" charset="0"/>
                <a:ea typeface="Courier New"/>
                <a:cs typeface="Courier New"/>
                <a:sym typeface="Courier New"/>
              </a:rPr>
              <a:t> 1</a:t>
            </a:r>
            <a:r>
              <a:rPr lang="es-ES" sz="1400" dirty="0">
                <a:solidFill>
                  <a:srgbClr val="24292E"/>
                </a:solidFill>
                <a:highlight>
                  <a:srgbClr val="FFFFFF"/>
                </a:highlight>
                <a:latin typeface="Consolas" panose="020B0609020204030204" pitchFamily="49" charset="0"/>
                <a:ea typeface="Courier New"/>
                <a:cs typeface="Courier New"/>
                <a:sym typeface="Courier New"/>
              </a:rPr>
              <a:t> &amp;</a:t>
            </a: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[1] </a:t>
            </a:r>
            <a:r>
              <a:rPr lang="es-ES" sz="1400" dirty="0">
                <a:solidFill>
                  <a:srgbClr val="24292E"/>
                </a:solidFill>
                <a:highlight>
                  <a:srgbClr val="C9DAF8"/>
                </a:highlight>
                <a:latin typeface="Consolas" panose="020B0609020204030204" pitchFamily="49" charset="0"/>
                <a:ea typeface="Courier New"/>
                <a:cs typeface="Courier New"/>
                <a:sym typeface="Courier New"/>
              </a:rPr>
              <a:t>24113</a:t>
            </a:r>
            <a:endParaRPr sz="1400" dirty="0">
              <a:solidFill>
                <a:srgbClr val="24292E"/>
              </a:solidFill>
              <a:highlight>
                <a:srgbClr val="C9DAF8"/>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[2] </a:t>
            </a:r>
            <a:r>
              <a:rPr lang="es-ES" sz="1400" dirty="0">
                <a:solidFill>
                  <a:srgbClr val="24292E"/>
                </a:solidFill>
                <a:highlight>
                  <a:srgbClr val="F4CCCC"/>
                </a:highlight>
                <a:latin typeface="Consolas" panose="020B0609020204030204" pitchFamily="49" charset="0"/>
                <a:ea typeface="Courier New"/>
                <a:cs typeface="Courier New"/>
                <a:sym typeface="Courier New"/>
              </a:rPr>
              <a:t>24114</a:t>
            </a:r>
            <a:endParaRPr sz="1400" dirty="0">
              <a:solidFill>
                <a:srgbClr val="24292E"/>
              </a:solidFill>
              <a:highlight>
                <a:srgbClr val="F4CCCC"/>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CFE2F3"/>
                </a:highlight>
                <a:latin typeface="Consolas" panose="020B0609020204030204" pitchFamily="49" charset="0"/>
                <a:ea typeface="Courier New"/>
                <a:cs typeface="Courier New"/>
                <a:sym typeface="Courier New"/>
              </a:rPr>
              <a:t>(24113) address </a:t>
            </a:r>
            <a:r>
              <a:rPr lang="es-ES" sz="1400" dirty="0" err="1">
                <a:solidFill>
                  <a:srgbClr val="24292E"/>
                </a:solidFill>
                <a:highlight>
                  <a:srgbClr val="CFE2F3"/>
                </a:highlight>
                <a:latin typeface="Consolas" panose="020B0609020204030204" pitchFamily="49" charset="0"/>
                <a:ea typeface="Courier New"/>
                <a:cs typeface="Courier New"/>
                <a:sym typeface="Courier New"/>
              </a:rPr>
              <a:t>pointed</a:t>
            </a:r>
            <a:r>
              <a:rPr lang="es-ES" sz="1400" dirty="0">
                <a:solidFill>
                  <a:srgbClr val="24292E"/>
                </a:solidFill>
                <a:highlight>
                  <a:srgbClr val="CFE2F3"/>
                </a:highlight>
                <a:latin typeface="Consolas" panose="020B0609020204030204" pitchFamily="49" charset="0"/>
                <a:ea typeface="Courier New"/>
                <a:cs typeface="Courier New"/>
                <a:sym typeface="Courier New"/>
              </a:rPr>
              <a:t> </a:t>
            </a:r>
            <a:r>
              <a:rPr lang="es-ES" sz="1400" dirty="0" err="1">
                <a:solidFill>
                  <a:srgbClr val="24292E"/>
                </a:solidFill>
                <a:highlight>
                  <a:srgbClr val="CFE2F3"/>
                </a:highlight>
                <a:latin typeface="Consolas" panose="020B0609020204030204" pitchFamily="49" charset="0"/>
                <a:ea typeface="Courier New"/>
                <a:cs typeface="Courier New"/>
                <a:sym typeface="Courier New"/>
              </a:rPr>
              <a:t>to</a:t>
            </a:r>
            <a:r>
              <a:rPr lang="es-ES" sz="1400" dirty="0">
                <a:solidFill>
                  <a:srgbClr val="24292E"/>
                </a:solidFill>
                <a:highlight>
                  <a:srgbClr val="CFE2F3"/>
                </a:highlight>
                <a:latin typeface="Consolas" panose="020B0609020204030204" pitchFamily="49" charset="0"/>
                <a:ea typeface="Courier New"/>
                <a:cs typeface="Courier New"/>
                <a:sym typeface="Courier New"/>
              </a:rPr>
              <a:t> </a:t>
            </a:r>
            <a:r>
              <a:rPr lang="es-ES" sz="1400" dirty="0" err="1">
                <a:solidFill>
                  <a:srgbClr val="24292E"/>
                </a:solidFill>
                <a:highlight>
                  <a:srgbClr val="CFE2F3"/>
                </a:highlight>
                <a:latin typeface="Consolas" panose="020B0609020204030204" pitchFamily="49" charset="0"/>
                <a:ea typeface="Courier New"/>
                <a:cs typeface="Courier New"/>
                <a:sym typeface="Courier New"/>
              </a:rPr>
              <a:t>by</a:t>
            </a:r>
            <a:r>
              <a:rPr lang="es-ES" sz="1400" dirty="0">
                <a:solidFill>
                  <a:srgbClr val="24292E"/>
                </a:solidFill>
                <a:highlight>
                  <a:srgbClr val="CFE2F3"/>
                </a:highlight>
                <a:latin typeface="Consolas" panose="020B0609020204030204" pitchFamily="49" charset="0"/>
                <a:ea typeface="Courier New"/>
                <a:cs typeface="Courier New"/>
                <a:sym typeface="Courier New"/>
              </a:rPr>
              <a:t> p: </a:t>
            </a:r>
            <a:r>
              <a:rPr lang="es-ES" sz="1400" dirty="0">
                <a:solidFill>
                  <a:srgbClr val="24292E"/>
                </a:solidFill>
                <a:highlight>
                  <a:srgbClr val="FFFF00"/>
                </a:highlight>
                <a:latin typeface="Consolas" panose="020B0609020204030204" pitchFamily="49" charset="0"/>
                <a:ea typeface="Courier New"/>
                <a:cs typeface="Courier New"/>
                <a:sym typeface="Courier New"/>
              </a:rPr>
              <a:t>0x200000</a:t>
            </a:r>
            <a:endParaRPr sz="1400" dirty="0">
              <a:solidFill>
                <a:srgbClr val="24292E"/>
              </a:solidFill>
              <a:highlight>
                <a:srgbClr val="FFFF00"/>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4CCCC"/>
                </a:highlight>
                <a:latin typeface="Consolas" panose="020B0609020204030204" pitchFamily="49" charset="0"/>
                <a:ea typeface="Courier New"/>
                <a:cs typeface="Courier New"/>
                <a:sym typeface="Courier New"/>
              </a:rPr>
              <a:t>(24114) address </a:t>
            </a:r>
            <a:r>
              <a:rPr lang="es-ES" sz="1400" dirty="0" err="1">
                <a:solidFill>
                  <a:srgbClr val="24292E"/>
                </a:solidFill>
                <a:highlight>
                  <a:srgbClr val="F4CCCC"/>
                </a:highlight>
                <a:latin typeface="Consolas" panose="020B0609020204030204" pitchFamily="49" charset="0"/>
                <a:ea typeface="Courier New"/>
                <a:cs typeface="Courier New"/>
                <a:sym typeface="Courier New"/>
              </a:rPr>
              <a:t>pointed</a:t>
            </a:r>
            <a:r>
              <a:rPr lang="es-ES" sz="1400" dirty="0">
                <a:solidFill>
                  <a:srgbClr val="24292E"/>
                </a:solidFill>
                <a:highlight>
                  <a:srgbClr val="F4CCCC"/>
                </a:highlight>
                <a:latin typeface="Consolas" panose="020B0609020204030204" pitchFamily="49" charset="0"/>
                <a:ea typeface="Courier New"/>
                <a:cs typeface="Courier New"/>
                <a:sym typeface="Courier New"/>
              </a:rPr>
              <a:t> </a:t>
            </a:r>
            <a:r>
              <a:rPr lang="es-ES" sz="1400" dirty="0" err="1">
                <a:solidFill>
                  <a:srgbClr val="24292E"/>
                </a:solidFill>
                <a:highlight>
                  <a:srgbClr val="F4CCCC"/>
                </a:highlight>
                <a:latin typeface="Consolas" panose="020B0609020204030204" pitchFamily="49" charset="0"/>
                <a:ea typeface="Courier New"/>
                <a:cs typeface="Courier New"/>
                <a:sym typeface="Courier New"/>
              </a:rPr>
              <a:t>to</a:t>
            </a:r>
            <a:r>
              <a:rPr lang="es-ES" sz="1400" dirty="0">
                <a:solidFill>
                  <a:srgbClr val="24292E"/>
                </a:solidFill>
                <a:highlight>
                  <a:srgbClr val="F4CCCC"/>
                </a:highlight>
                <a:latin typeface="Consolas" panose="020B0609020204030204" pitchFamily="49" charset="0"/>
                <a:ea typeface="Courier New"/>
                <a:cs typeface="Courier New"/>
                <a:sym typeface="Courier New"/>
              </a:rPr>
              <a:t> </a:t>
            </a:r>
            <a:r>
              <a:rPr lang="es-ES" sz="1400" dirty="0" err="1">
                <a:solidFill>
                  <a:srgbClr val="24292E"/>
                </a:solidFill>
                <a:highlight>
                  <a:srgbClr val="F4CCCC"/>
                </a:highlight>
                <a:latin typeface="Consolas" panose="020B0609020204030204" pitchFamily="49" charset="0"/>
                <a:ea typeface="Courier New"/>
                <a:cs typeface="Courier New"/>
                <a:sym typeface="Courier New"/>
              </a:rPr>
              <a:t>by</a:t>
            </a:r>
            <a:r>
              <a:rPr lang="es-ES" sz="1400" dirty="0">
                <a:solidFill>
                  <a:srgbClr val="24292E"/>
                </a:solidFill>
                <a:highlight>
                  <a:srgbClr val="F4CCCC"/>
                </a:highlight>
                <a:latin typeface="Consolas" panose="020B0609020204030204" pitchFamily="49" charset="0"/>
                <a:ea typeface="Courier New"/>
                <a:cs typeface="Courier New"/>
                <a:sym typeface="Courier New"/>
              </a:rPr>
              <a:t> p: </a:t>
            </a:r>
            <a:r>
              <a:rPr lang="es-ES" sz="1400" dirty="0">
                <a:solidFill>
                  <a:srgbClr val="24292E"/>
                </a:solidFill>
                <a:highlight>
                  <a:srgbClr val="FFFF00"/>
                </a:highlight>
                <a:latin typeface="Consolas" panose="020B0609020204030204" pitchFamily="49" charset="0"/>
                <a:ea typeface="Courier New"/>
                <a:cs typeface="Courier New"/>
                <a:sym typeface="Courier New"/>
              </a:rPr>
              <a:t>0x200000</a:t>
            </a:r>
            <a:endParaRPr sz="1400" dirty="0">
              <a:solidFill>
                <a:srgbClr val="24292E"/>
              </a:solidFill>
              <a:highlight>
                <a:srgbClr val="FFFF00"/>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C9DAF8"/>
                </a:highlight>
                <a:latin typeface="Consolas" panose="020B0609020204030204" pitchFamily="49" charset="0"/>
                <a:ea typeface="Courier New"/>
                <a:cs typeface="Courier New"/>
                <a:sym typeface="Courier New"/>
              </a:rPr>
              <a:t>(24113) p: 1</a:t>
            </a:r>
            <a:endParaRPr sz="1400" dirty="0">
              <a:solidFill>
                <a:srgbClr val="24292E"/>
              </a:solidFill>
              <a:highlight>
                <a:srgbClr val="C9DAF8"/>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4CCCC"/>
                </a:highlight>
                <a:latin typeface="Consolas" panose="020B0609020204030204" pitchFamily="49" charset="0"/>
                <a:ea typeface="Courier New"/>
                <a:cs typeface="Courier New"/>
                <a:sym typeface="Courier New"/>
              </a:rPr>
              <a:t>(24114) p: 1</a:t>
            </a:r>
            <a:endParaRPr sz="1400" dirty="0">
              <a:solidFill>
                <a:srgbClr val="24292E"/>
              </a:solidFill>
              <a:highlight>
                <a:srgbClr val="F4CCCC"/>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4CCCC"/>
                </a:highlight>
                <a:latin typeface="Consolas" panose="020B0609020204030204" pitchFamily="49" charset="0"/>
                <a:ea typeface="Courier New"/>
                <a:cs typeface="Courier New"/>
                <a:sym typeface="Courier New"/>
              </a:rPr>
              <a:t>(24114) p: 2</a:t>
            </a:r>
            <a:endParaRPr sz="1400" dirty="0">
              <a:solidFill>
                <a:srgbClr val="24292E"/>
              </a:solidFill>
              <a:highlight>
                <a:srgbClr val="F4CCCC"/>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C9DAF8"/>
                </a:highlight>
                <a:latin typeface="Consolas" panose="020B0609020204030204" pitchFamily="49" charset="0"/>
                <a:ea typeface="Courier New"/>
                <a:cs typeface="Courier New"/>
                <a:sym typeface="Courier New"/>
              </a:rPr>
              <a:t>(24113) p: 2</a:t>
            </a:r>
            <a:endParaRPr sz="1400" dirty="0">
              <a:solidFill>
                <a:srgbClr val="24292E"/>
              </a:solidFill>
              <a:highlight>
                <a:srgbClr val="C9DAF8"/>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CFE2F3"/>
                </a:highlight>
                <a:latin typeface="Consolas" panose="020B0609020204030204" pitchFamily="49" charset="0"/>
                <a:ea typeface="Courier New"/>
                <a:cs typeface="Courier New"/>
                <a:sym typeface="Courier New"/>
              </a:rPr>
              <a:t>(24113) p: 3</a:t>
            </a:r>
            <a:endParaRPr sz="1400" dirty="0">
              <a:solidFill>
                <a:srgbClr val="24292E"/>
              </a:solidFill>
              <a:highlight>
                <a:srgbClr val="CFE2F3"/>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4CCCC"/>
                </a:highlight>
                <a:latin typeface="Consolas" panose="020B0609020204030204" pitchFamily="49" charset="0"/>
                <a:ea typeface="Courier New"/>
                <a:cs typeface="Courier New"/>
                <a:sym typeface="Courier New"/>
              </a:rPr>
              <a:t>(24114) p: 3</a:t>
            </a:r>
            <a:endParaRPr sz="1400" dirty="0">
              <a:solidFill>
                <a:srgbClr val="24292E"/>
              </a:solidFill>
              <a:highlight>
                <a:srgbClr val="F4CCCC"/>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C9DAF8"/>
                </a:highlight>
                <a:latin typeface="Consolas" panose="020B0609020204030204" pitchFamily="49" charset="0"/>
                <a:ea typeface="Courier New"/>
                <a:cs typeface="Courier New"/>
                <a:sym typeface="Courier New"/>
              </a:rPr>
              <a:t>(24113) p: 4</a:t>
            </a:r>
            <a:endParaRPr sz="1400" dirty="0">
              <a:solidFill>
                <a:srgbClr val="24292E"/>
              </a:solidFill>
              <a:highlight>
                <a:srgbClr val="C9DAF8"/>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4CCCC"/>
                </a:highlight>
                <a:latin typeface="Consolas" panose="020B0609020204030204" pitchFamily="49" charset="0"/>
                <a:ea typeface="Courier New"/>
                <a:cs typeface="Courier New"/>
                <a:sym typeface="Courier New"/>
              </a:rPr>
              <a:t>(24114) p: 4</a:t>
            </a:r>
            <a:endParaRPr sz="1400" dirty="0">
              <a:solidFill>
                <a:srgbClr val="24292E"/>
              </a:solidFill>
              <a:highlight>
                <a:srgbClr val="F4CCCC"/>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a:t>
            </a: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spcBef>
                <a:spcPts val="0"/>
              </a:spcBef>
              <a:spcAft>
                <a:spcPts val="0"/>
              </a:spcAft>
              <a:buNone/>
            </a:pPr>
            <a:endParaRPr sz="1200" dirty="0">
              <a:solidFill>
                <a:srgbClr val="24292E"/>
              </a:solidFill>
              <a:highlight>
                <a:srgbClr val="FFFFFF"/>
              </a:highlight>
              <a:latin typeface="Consolas" panose="020B0609020204030204" pitchFamily="49" charset="0"/>
              <a:ea typeface="Courier New"/>
              <a:cs typeface="Courier New"/>
              <a:sym typeface="Courier New"/>
            </a:endParaRPr>
          </a:p>
        </p:txBody>
      </p:sp>
      <p:sp>
        <p:nvSpPr>
          <p:cNvPr id="437" name="Google Shape;437;p30"/>
          <p:cNvSpPr/>
          <p:nvPr/>
        </p:nvSpPr>
        <p:spPr>
          <a:xfrm>
            <a:off x="6619163" y="2498300"/>
            <a:ext cx="731100" cy="731100"/>
          </a:xfrm>
          <a:prstGeom prst="ellipse">
            <a:avLst/>
          </a:prstGeom>
          <a:solidFill>
            <a:srgbClr val="C9DAF8"/>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800" b="1" dirty="0">
                <a:latin typeface="Consolas" panose="020B0609020204030204" pitchFamily="49" charset="0"/>
                <a:ea typeface="Courier New"/>
                <a:cs typeface="Courier New"/>
                <a:sym typeface="Courier New"/>
              </a:rPr>
              <a:t>P1</a:t>
            </a:r>
            <a:endParaRPr sz="1800" b="1" dirty="0">
              <a:latin typeface="Consolas" panose="020B0609020204030204" pitchFamily="49" charset="0"/>
              <a:ea typeface="Courier New"/>
              <a:cs typeface="Courier New"/>
              <a:sym typeface="Courier New"/>
            </a:endParaRPr>
          </a:p>
        </p:txBody>
      </p:sp>
      <p:sp>
        <p:nvSpPr>
          <p:cNvPr id="438" name="Google Shape;438;p30"/>
          <p:cNvSpPr txBox="1"/>
          <p:nvPr/>
        </p:nvSpPr>
        <p:spPr>
          <a:xfrm>
            <a:off x="6062438" y="3342913"/>
            <a:ext cx="1704600" cy="40007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ES" sz="1400" dirty="0">
                <a:solidFill>
                  <a:srgbClr val="24292E"/>
                </a:solidFill>
                <a:highlight>
                  <a:srgbClr val="C9DAF8"/>
                </a:highlight>
                <a:latin typeface="Consolas" panose="020B0609020204030204" pitchFamily="49" charset="0"/>
                <a:ea typeface="Courier New"/>
                <a:cs typeface="Courier New"/>
                <a:sym typeface="Courier New"/>
              </a:rPr>
              <a:t>pid(P1)= 21113</a:t>
            </a:r>
            <a:endParaRPr sz="1400" dirty="0">
              <a:highlight>
                <a:srgbClr val="C9DAF8"/>
              </a:highlight>
              <a:latin typeface="Consolas" panose="020B0609020204030204" pitchFamily="49" charset="0"/>
            </a:endParaRPr>
          </a:p>
        </p:txBody>
      </p:sp>
      <p:sp>
        <p:nvSpPr>
          <p:cNvPr id="439" name="Google Shape;439;p30"/>
          <p:cNvSpPr/>
          <p:nvPr/>
        </p:nvSpPr>
        <p:spPr>
          <a:xfrm>
            <a:off x="6549200" y="4828925"/>
            <a:ext cx="731100" cy="731100"/>
          </a:xfrm>
          <a:prstGeom prst="ellipse">
            <a:avLst/>
          </a:prstGeom>
          <a:solidFill>
            <a:srgbClr val="F4CCCC"/>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800" b="1" dirty="0">
                <a:latin typeface="Consolas" panose="020B0609020204030204" pitchFamily="49" charset="0"/>
                <a:ea typeface="Courier New"/>
                <a:cs typeface="Courier New"/>
                <a:sym typeface="Courier New"/>
              </a:rPr>
              <a:t>P2</a:t>
            </a:r>
            <a:endParaRPr sz="1800" b="1" dirty="0">
              <a:latin typeface="Consolas" panose="020B0609020204030204" pitchFamily="49" charset="0"/>
              <a:ea typeface="Courier New"/>
              <a:cs typeface="Courier New"/>
              <a:sym typeface="Courier New"/>
            </a:endParaRPr>
          </a:p>
        </p:txBody>
      </p:sp>
      <p:sp>
        <p:nvSpPr>
          <p:cNvPr id="440" name="Google Shape;440;p30"/>
          <p:cNvSpPr txBox="1"/>
          <p:nvPr/>
        </p:nvSpPr>
        <p:spPr>
          <a:xfrm>
            <a:off x="6062438" y="5683963"/>
            <a:ext cx="1704600" cy="40007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ES" sz="1400" dirty="0">
                <a:solidFill>
                  <a:srgbClr val="24292E"/>
                </a:solidFill>
                <a:highlight>
                  <a:srgbClr val="F4CCCC"/>
                </a:highlight>
                <a:latin typeface="Consolas" panose="020B0609020204030204" pitchFamily="49" charset="0"/>
                <a:ea typeface="Courier New"/>
                <a:cs typeface="Courier New"/>
                <a:sym typeface="Courier New"/>
              </a:rPr>
              <a:t>pid(P2)= 21114</a:t>
            </a:r>
            <a:endParaRPr sz="1400" dirty="0">
              <a:highlight>
                <a:srgbClr val="F4CCCC"/>
              </a:highlight>
              <a:latin typeface="Consolas" panose="020B0609020204030204" pitchFamily="49" charset="0"/>
            </a:endParaRPr>
          </a:p>
        </p:txBody>
      </p:sp>
      <p:graphicFrame>
        <p:nvGraphicFramePr>
          <p:cNvPr id="441" name="Google Shape;441;p30"/>
          <p:cNvGraphicFramePr/>
          <p:nvPr>
            <p:extLst>
              <p:ext uri="{D42A27DB-BD31-4B8C-83A1-F6EECF244321}">
                <p14:modId xmlns:p14="http://schemas.microsoft.com/office/powerpoint/2010/main" val="2995699950"/>
              </p:ext>
            </p:extLst>
          </p:nvPr>
        </p:nvGraphicFramePr>
        <p:xfrm>
          <a:off x="8153375" y="1849535"/>
          <a:ext cx="3441750" cy="2110560"/>
        </p:xfrm>
        <a:graphic>
          <a:graphicData uri="http://schemas.openxmlformats.org/drawingml/2006/table">
            <a:tbl>
              <a:tblPr>
                <a:noFill/>
                <a:tableStyleId>{A3A52A41-BABC-4418-8BB8-58FADEB799A8}</a:tableStyleId>
              </a:tblPr>
              <a:tblGrid>
                <a:gridCol w="1207425">
                  <a:extLst>
                    <a:ext uri="{9D8B030D-6E8A-4147-A177-3AD203B41FA5}">
                      <a16:colId xmlns:a16="http://schemas.microsoft.com/office/drawing/2014/main" val="20000"/>
                    </a:ext>
                  </a:extLst>
                </a:gridCol>
                <a:gridCol w="1082375">
                  <a:extLst>
                    <a:ext uri="{9D8B030D-6E8A-4147-A177-3AD203B41FA5}">
                      <a16:colId xmlns:a16="http://schemas.microsoft.com/office/drawing/2014/main" val="20001"/>
                    </a:ext>
                  </a:extLst>
                </a:gridCol>
                <a:gridCol w="1151950">
                  <a:extLst>
                    <a:ext uri="{9D8B030D-6E8A-4147-A177-3AD203B41FA5}">
                      <a16:colId xmlns:a16="http://schemas.microsoft.com/office/drawing/2014/main" val="20002"/>
                    </a:ext>
                  </a:extLst>
                </a:gridCol>
              </a:tblGrid>
              <a:tr h="0">
                <a:tc>
                  <a:txBody>
                    <a:bodyPr/>
                    <a:lstStyle/>
                    <a:p>
                      <a:pPr marL="0" lvl="0" indent="0" algn="r" rtl="0">
                        <a:spcBef>
                          <a:spcPts val="0"/>
                        </a:spcBef>
                        <a:spcAft>
                          <a:spcPts val="0"/>
                        </a:spcAft>
                        <a:buNone/>
                      </a:pPr>
                      <a:r>
                        <a:rPr lang="es-ES" sz="1400" b="1" dirty="0">
                          <a:latin typeface="Consolas" panose="020B0609020204030204" pitchFamily="49" charset="0"/>
                          <a:ea typeface="Courier New"/>
                          <a:cs typeface="Courier New"/>
                          <a:sym typeface="Courier New"/>
                        </a:rPr>
                        <a:t>Dirección</a:t>
                      </a:r>
                      <a:endParaRPr sz="1400" b="1" dirty="0">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s-ES" sz="1400" b="1">
                          <a:latin typeface="Consolas" panose="020B0609020204030204" pitchFamily="49" charset="0"/>
                          <a:ea typeface="Courier New"/>
                          <a:cs typeface="Courier New"/>
                          <a:sym typeface="Courier New"/>
                        </a:rPr>
                        <a:t>Valor</a:t>
                      </a:r>
                      <a:endParaRPr sz="1400" b="1">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r>
                        <a:rPr lang="es-ES" sz="1400" b="1" dirty="0">
                          <a:latin typeface="Consolas" panose="020B0609020204030204" pitchFamily="49" charset="0"/>
                          <a:ea typeface="Courier New"/>
                          <a:cs typeface="Courier New"/>
                          <a:sym typeface="Courier New"/>
                        </a:rPr>
                        <a:t>Variable</a:t>
                      </a:r>
                      <a:endParaRPr sz="1400" b="1" dirty="0">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r" rtl="0">
                        <a:spcBef>
                          <a:spcPts val="0"/>
                        </a:spcBef>
                        <a:spcAft>
                          <a:spcPts val="0"/>
                        </a:spcAft>
                        <a:buNone/>
                      </a:pPr>
                      <a:r>
                        <a:rPr lang="es-ES" sz="1050">
                          <a:latin typeface="Consolas" panose="020B0609020204030204" pitchFamily="49" charset="0"/>
                          <a:ea typeface="Courier New"/>
                          <a:cs typeface="Courier New"/>
                          <a:sym typeface="Courier New"/>
                        </a:rPr>
                        <a:t>...</a:t>
                      </a: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r" rtl="0">
                        <a:spcBef>
                          <a:spcPts val="0"/>
                        </a:spcBef>
                        <a:spcAft>
                          <a:spcPts val="0"/>
                        </a:spcAft>
                        <a:buNone/>
                      </a:pPr>
                      <a:r>
                        <a:rPr lang="es-ES" sz="1050">
                          <a:solidFill>
                            <a:schemeClr val="dk1"/>
                          </a:solidFill>
                          <a:highlight>
                            <a:srgbClr val="FFFF00"/>
                          </a:highlight>
                          <a:latin typeface="Consolas" panose="020B0609020204030204" pitchFamily="49" charset="0"/>
                          <a:ea typeface="Courier New"/>
                          <a:cs typeface="Courier New"/>
                          <a:sym typeface="Courier New"/>
                        </a:rPr>
                        <a:t>0x200000</a:t>
                      </a:r>
                      <a:endParaRPr sz="1050">
                        <a:highlight>
                          <a:srgbClr val="FFFF00"/>
                        </a:highlight>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s-ES" sz="1050">
                          <a:latin typeface="Consolas" panose="020B0609020204030204" pitchFamily="49" charset="0"/>
                          <a:ea typeface="Courier New"/>
                          <a:cs typeface="Courier New"/>
                          <a:sym typeface="Courier New"/>
                        </a:rPr>
                        <a:t>0</a:t>
                      </a: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r>
                        <a:rPr lang="es-ES" sz="1050">
                          <a:latin typeface="Consolas" panose="020B0609020204030204" pitchFamily="49" charset="0"/>
                          <a:ea typeface="Courier New"/>
                          <a:cs typeface="Courier New"/>
                          <a:sym typeface="Courier New"/>
                        </a:rPr>
                        <a:t>*p</a:t>
                      </a: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r" rtl="0">
                        <a:spcBef>
                          <a:spcPts val="0"/>
                        </a:spcBef>
                        <a:spcAft>
                          <a:spcPts val="0"/>
                        </a:spcAft>
                        <a:buNone/>
                      </a:pPr>
                      <a:r>
                        <a:rPr lang="es-ES" sz="1050">
                          <a:solidFill>
                            <a:schemeClr val="dk1"/>
                          </a:solidFill>
                          <a:latin typeface="Consolas" panose="020B0609020204030204" pitchFamily="49" charset="0"/>
                          <a:ea typeface="Courier New"/>
                          <a:cs typeface="Courier New"/>
                          <a:sym typeface="Courier New"/>
                        </a:rPr>
                        <a:t>...</a:t>
                      </a:r>
                      <a:endParaRPr sz="1050">
                        <a:solidFill>
                          <a:schemeClr val="dk1"/>
                        </a:solidFill>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r" rtl="0">
                        <a:spcBef>
                          <a:spcPts val="0"/>
                        </a:spcBef>
                        <a:spcAft>
                          <a:spcPts val="0"/>
                        </a:spcAft>
                        <a:buNone/>
                      </a:pPr>
                      <a:r>
                        <a:rPr lang="es-ES" sz="1050">
                          <a:solidFill>
                            <a:schemeClr val="dk1"/>
                          </a:solidFill>
                          <a:latin typeface="Consolas" panose="020B0609020204030204" pitchFamily="49" charset="0"/>
                          <a:ea typeface="Courier New"/>
                          <a:cs typeface="Courier New"/>
                          <a:sym typeface="Courier New"/>
                        </a:rPr>
                        <a:t>&amp;p</a:t>
                      </a:r>
                      <a:endParaRPr sz="1050">
                        <a:solidFill>
                          <a:schemeClr val="dk1"/>
                        </a:solidFill>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r>
                        <a:rPr lang="es-ES" sz="1050">
                          <a:latin typeface="Consolas" panose="020B0609020204030204" pitchFamily="49" charset="0"/>
                          <a:ea typeface="Courier New"/>
                          <a:cs typeface="Courier New"/>
                          <a:sym typeface="Courier New"/>
                        </a:rPr>
                        <a:t>p</a:t>
                      </a: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r" rtl="0">
                        <a:spcBef>
                          <a:spcPts val="0"/>
                        </a:spcBef>
                        <a:spcAft>
                          <a:spcPts val="0"/>
                        </a:spcAft>
                        <a:buNone/>
                      </a:pPr>
                      <a:r>
                        <a:rPr lang="es-ES" sz="1050" dirty="0">
                          <a:solidFill>
                            <a:schemeClr val="dk1"/>
                          </a:solidFill>
                          <a:latin typeface="Consolas" panose="020B0609020204030204" pitchFamily="49" charset="0"/>
                          <a:ea typeface="Courier New"/>
                          <a:cs typeface="Courier New"/>
                          <a:sym typeface="Courier New"/>
                        </a:rPr>
                        <a:t>...</a:t>
                      </a:r>
                      <a:endParaRPr sz="1050" dirty="0">
                        <a:solidFill>
                          <a:schemeClr val="dk1"/>
                        </a:solidFill>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sz="1050" dirty="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442" name="Google Shape;442;p30"/>
          <p:cNvGraphicFramePr/>
          <p:nvPr>
            <p:extLst>
              <p:ext uri="{D42A27DB-BD31-4B8C-83A1-F6EECF244321}">
                <p14:modId xmlns:p14="http://schemas.microsoft.com/office/powerpoint/2010/main" val="1008606333"/>
              </p:ext>
            </p:extLst>
          </p:nvPr>
        </p:nvGraphicFramePr>
        <p:xfrm>
          <a:off x="8153375" y="4377788"/>
          <a:ext cx="3441750" cy="2110560"/>
        </p:xfrm>
        <a:graphic>
          <a:graphicData uri="http://schemas.openxmlformats.org/drawingml/2006/table">
            <a:tbl>
              <a:tblPr>
                <a:noFill/>
                <a:tableStyleId>{A3A52A41-BABC-4418-8BB8-58FADEB799A8}</a:tableStyleId>
              </a:tblPr>
              <a:tblGrid>
                <a:gridCol w="1207425">
                  <a:extLst>
                    <a:ext uri="{9D8B030D-6E8A-4147-A177-3AD203B41FA5}">
                      <a16:colId xmlns:a16="http://schemas.microsoft.com/office/drawing/2014/main" val="20000"/>
                    </a:ext>
                  </a:extLst>
                </a:gridCol>
                <a:gridCol w="1082375">
                  <a:extLst>
                    <a:ext uri="{9D8B030D-6E8A-4147-A177-3AD203B41FA5}">
                      <a16:colId xmlns:a16="http://schemas.microsoft.com/office/drawing/2014/main" val="20001"/>
                    </a:ext>
                  </a:extLst>
                </a:gridCol>
                <a:gridCol w="1151950">
                  <a:extLst>
                    <a:ext uri="{9D8B030D-6E8A-4147-A177-3AD203B41FA5}">
                      <a16:colId xmlns:a16="http://schemas.microsoft.com/office/drawing/2014/main" val="20002"/>
                    </a:ext>
                  </a:extLst>
                </a:gridCol>
              </a:tblGrid>
              <a:tr h="0">
                <a:tc>
                  <a:txBody>
                    <a:bodyPr/>
                    <a:lstStyle/>
                    <a:p>
                      <a:pPr marL="0" lvl="0" indent="0" algn="r" rtl="0">
                        <a:spcBef>
                          <a:spcPts val="0"/>
                        </a:spcBef>
                        <a:spcAft>
                          <a:spcPts val="0"/>
                        </a:spcAft>
                        <a:buNone/>
                      </a:pPr>
                      <a:r>
                        <a:rPr lang="es-ES" sz="1400" b="1" dirty="0">
                          <a:latin typeface="Consolas" panose="020B0609020204030204" pitchFamily="49" charset="0"/>
                          <a:ea typeface="Courier New"/>
                          <a:cs typeface="Courier New"/>
                          <a:sym typeface="Courier New"/>
                        </a:rPr>
                        <a:t>Dirección</a:t>
                      </a:r>
                      <a:endParaRPr sz="1400" b="1" dirty="0">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s-ES" sz="1400" b="1" dirty="0">
                          <a:latin typeface="Consolas" panose="020B0609020204030204" pitchFamily="49" charset="0"/>
                          <a:ea typeface="Courier New"/>
                          <a:cs typeface="Courier New"/>
                          <a:sym typeface="Courier New"/>
                        </a:rPr>
                        <a:t>Valor</a:t>
                      </a:r>
                      <a:endParaRPr sz="1400" b="1" dirty="0">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r>
                        <a:rPr lang="es-ES" sz="1400" b="1">
                          <a:latin typeface="Consolas" panose="020B0609020204030204" pitchFamily="49" charset="0"/>
                          <a:ea typeface="Courier New"/>
                          <a:cs typeface="Courier New"/>
                          <a:sym typeface="Courier New"/>
                        </a:rPr>
                        <a:t>Variable</a:t>
                      </a:r>
                      <a:endParaRPr sz="1400" b="1">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r" rtl="0">
                        <a:spcBef>
                          <a:spcPts val="0"/>
                        </a:spcBef>
                        <a:spcAft>
                          <a:spcPts val="0"/>
                        </a:spcAft>
                        <a:buNone/>
                      </a:pPr>
                      <a:r>
                        <a:rPr lang="es-ES" sz="1050">
                          <a:latin typeface="Consolas" panose="020B0609020204030204" pitchFamily="49" charset="0"/>
                          <a:ea typeface="Courier New"/>
                          <a:cs typeface="Courier New"/>
                          <a:sym typeface="Courier New"/>
                        </a:rPr>
                        <a:t>...</a:t>
                      </a: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F4CCCC"/>
                    </a:solidFill>
                  </a:tcPr>
                </a:tc>
                <a:tc>
                  <a:txBody>
                    <a:bodyPr/>
                    <a:lstStyle/>
                    <a:p>
                      <a:pPr marL="0" lvl="0" indent="0" algn="l" rtl="0">
                        <a:spcBef>
                          <a:spcPts val="0"/>
                        </a:spcBef>
                        <a:spcAft>
                          <a:spcPts val="0"/>
                        </a:spcAft>
                        <a:buNone/>
                      </a:pP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r" rtl="0">
                        <a:spcBef>
                          <a:spcPts val="0"/>
                        </a:spcBef>
                        <a:spcAft>
                          <a:spcPts val="0"/>
                        </a:spcAft>
                        <a:buNone/>
                      </a:pPr>
                      <a:r>
                        <a:rPr lang="es-ES" sz="1050">
                          <a:solidFill>
                            <a:schemeClr val="dk1"/>
                          </a:solidFill>
                          <a:highlight>
                            <a:srgbClr val="FFFF00"/>
                          </a:highlight>
                          <a:latin typeface="Consolas" panose="020B0609020204030204" pitchFamily="49" charset="0"/>
                          <a:ea typeface="Courier New"/>
                          <a:cs typeface="Courier New"/>
                          <a:sym typeface="Courier New"/>
                        </a:rPr>
                        <a:t>0x200000</a:t>
                      </a:r>
                      <a:endParaRPr sz="1050">
                        <a:highlight>
                          <a:srgbClr val="FFFF00"/>
                        </a:highlight>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s-ES" sz="1050">
                          <a:latin typeface="Consolas" panose="020B0609020204030204" pitchFamily="49" charset="0"/>
                          <a:ea typeface="Courier New"/>
                          <a:cs typeface="Courier New"/>
                          <a:sym typeface="Courier New"/>
                        </a:rPr>
                        <a:t>0</a:t>
                      </a: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F4CCCC"/>
                    </a:solidFill>
                  </a:tcPr>
                </a:tc>
                <a:tc>
                  <a:txBody>
                    <a:bodyPr/>
                    <a:lstStyle/>
                    <a:p>
                      <a:pPr marL="0" lvl="0" indent="0" algn="l" rtl="0">
                        <a:spcBef>
                          <a:spcPts val="0"/>
                        </a:spcBef>
                        <a:spcAft>
                          <a:spcPts val="0"/>
                        </a:spcAft>
                        <a:buNone/>
                      </a:pPr>
                      <a:r>
                        <a:rPr lang="es-ES" sz="1050">
                          <a:latin typeface="Consolas" panose="020B0609020204030204" pitchFamily="49" charset="0"/>
                          <a:ea typeface="Courier New"/>
                          <a:cs typeface="Courier New"/>
                          <a:sym typeface="Courier New"/>
                        </a:rPr>
                        <a:t>*p</a:t>
                      </a: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r" rtl="0">
                        <a:spcBef>
                          <a:spcPts val="0"/>
                        </a:spcBef>
                        <a:spcAft>
                          <a:spcPts val="0"/>
                        </a:spcAft>
                        <a:buNone/>
                      </a:pPr>
                      <a:r>
                        <a:rPr lang="es-ES" sz="1050">
                          <a:solidFill>
                            <a:schemeClr val="dk1"/>
                          </a:solidFill>
                          <a:latin typeface="Consolas" panose="020B0609020204030204" pitchFamily="49" charset="0"/>
                          <a:ea typeface="Courier New"/>
                          <a:cs typeface="Courier New"/>
                          <a:sym typeface="Courier New"/>
                        </a:rPr>
                        <a:t>...</a:t>
                      </a:r>
                      <a:endParaRPr sz="1050">
                        <a:solidFill>
                          <a:schemeClr val="dk1"/>
                        </a:solidFill>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F4CCCC"/>
                    </a:solidFill>
                  </a:tcPr>
                </a:tc>
                <a:tc>
                  <a:txBody>
                    <a:bodyPr/>
                    <a:lstStyle/>
                    <a:p>
                      <a:pPr marL="0" lvl="0" indent="0" algn="l" rtl="0">
                        <a:spcBef>
                          <a:spcPts val="0"/>
                        </a:spcBef>
                        <a:spcAft>
                          <a:spcPts val="0"/>
                        </a:spcAft>
                        <a:buNone/>
                      </a:pP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r" rtl="0">
                        <a:spcBef>
                          <a:spcPts val="0"/>
                        </a:spcBef>
                        <a:spcAft>
                          <a:spcPts val="0"/>
                        </a:spcAft>
                        <a:buNone/>
                      </a:pPr>
                      <a:r>
                        <a:rPr lang="es-ES" sz="1050">
                          <a:solidFill>
                            <a:schemeClr val="dk1"/>
                          </a:solidFill>
                          <a:latin typeface="Consolas" panose="020B0609020204030204" pitchFamily="49" charset="0"/>
                          <a:ea typeface="Courier New"/>
                          <a:cs typeface="Courier New"/>
                          <a:sym typeface="Courier New"/>
                        </a:rPr>
                        <a:t>&amp;p</a:t>
                      </a:r>
                      <a:endParaRPr sz="1050">
                        <a:solidFill>
                          <a:schemeClr val="dk1"/>
                        </a:solidFill>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F4CCCC"/>
                    </a:solidFill>
                  </a:tcPr>
                </a:tc>
                <a:tc>
                  <a:txBody>
                    <a:bodyPr/>
                    <a:lstStyle/>
                    <a:p>
                      <a:pPr marL="0" lvl="0" indent="0" algn="l" rtl="0">
                        <a:spcBef>
                          <a:spcPts val="0"/>
                        </a:spcBef>
                        <a:spcAft>
                          <a:spcPts val="0"/>
                        </a:spcAft>
                        <a:buNone/>
                      </a:pPr>
                      <a:r>
                        <a:rPr lang="es-ES" sz="1050">
                          <a:latin typeface="Consolas" panose="020B0609020204030204" pitchFamily="49" charset="0"/>
                          <a:ea typeface="Courier New"/>
                          <a:cs typeface="Courier New"/>
                          <a:sym typeface="Courier New"/>
                        </a:rPr>
                        <a:t>p</a:t>
                      </a: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r" rtl="0">
                        <a:spcBef>
                          <a:spcPts val="0"/>
                        </a:spcBef>
                        <a:spcAft>
                          <a:spcPts val="0"/>
                        </a:spcAft>
                        <a:buNone/>
                      </a:pPr>
                      <a:r>
                        <a:rPr lang="es-ES" sz="1050">
                          <a:solidFill>
                            <a:schemeClr val="dk1"/>
                          </a:solidFill>
                          <a:latin typeface="Consolas" panose="020B0609020204030204" pitchFamily="49" charset="0"/>
                          <a:ea typeface="Courier New"/>
                          <a:cs typeface="Courier New"/>
                          <a:sym typeface="Courier New"/>
                        </a:rPr>
                        <a:t>...</a:t>
                      </a:r>
                      <a:endParaRPr sz="1050">
                        <a:solidFill>
                          <a:schemeClr val="dk1"/>
                        </a:solidFill>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F4CCCC"/>
                    </a:solidFill>
                  </a:tcPr>
                </a:tc>
                <a:tc>
                  <a:txBody>
                    <a:bodyPr/>
                    <a:lstStyle/>
                    <a:p>
                      <a:pPr marL="0" lvl="0" indent="0" algn="l" rtl="0">
                        <a:spcBef>
                          <a:spcPts val="0"/>
                        </a:spcBef>
                        <a:spcAft>
                          <a:spcPts val="0"/>
                        </a:spcAft>
                        <a:buNone/>
                      </a:pPr>
                      <a:endParaRPr sz="1050" dirty="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443" name="Google Shape;443;p30"/>
          <p:cNvPicPr preferRelativeResize="0"/>
          <p:nvPr/>
        </p:nvPicPr>
        <p:blipFill>
          <a:blip r:embed="rId3">
            <a:alphaModFix/>
          </a:blip>
          <a:stretch>
            <a:fillRect/>
          </a:stretch>
        </p:blipFill>
        <p:spPr>
          <a:xfrm>
            <a:off x="7846415" y="5139723"/>
            <a:ext cx="589485" cy="1253425"/>
          </a:xfrm>
          <a:prstGeom prst="rect">
            <a:avLst/>
          </a:prstGeom>
          <a:noFill/>
          <a:ln>
            <a:noFill/>
          </a:ln>
        </p:spPr>
      </p:pic>
      <p:pic>
        <p:nvPicPr>
          <p:cNvPr id="444" name="Google Shape;444;p30"/>
          <p:cNvPicPr preferRelativeResize="0"/>
          <p:nvPr/>
        </p:nvPicPr>
        <p:blipFill>
          <a:blip r:embed="rId3">
            <a:alphaModFix/>
          </a:blip>
          <a:stretch>
            <a:fillRect/>
          </a:stretch>
        </p:blipFill>
        <p:spPr>
          <a:xfrm>
            <a:off x="7846415" y="2611473"/>
            <a:ext cx="589485" cy="1253425"/>
          </a:xfrm>
          <a:prstGeom prst="rect">
            <a:avLst/>
          </a:prstGeom>
          <a:noFill/>
          <a:ln>
            <a:noFill/>
          </a:ln>
        </p:spPr>
      </p:pic>
      <p:sp>
        <p:nvSpPr>
          <p:cNvPr id="445" name="Google Shape;445;p30"/>
          <p:cNvSpPr txBox="1"/>
          <p:nvPr/>
        </p:nvSpPr>
        <p:spPr>
          <a:xfrm>
            <a:off x="1104125" y="5515663"/>
            <a:ext cx="4572000" cy="925864"/>
          </a:xfrm>
          <a:prstGeom prst="rect">
            <a:avLst/>
          </a:prstGeom>
          <a:noFill/>
          <a:ln>
            <a:noFill/>
          </a:ln>
        </p:spPr>
        <p:txBody>
          <a:bodyPr spcFirstLastPara="1" wrap="square" lIns="91425" tIns="91425" rIns="91425" bIns="91425" anchor="t" anchorCtr="0">
            <a:spAutoFit/>
          </a:bodyPr>
          <a:lstStyle/>
          <a:p>
            <a:pPr marL="0" lvl="0" indent="0" algn="ctr" rtl="0">
              <a:spcBef>
                <a:spcPts val="480"/>
              </a:spcBef>
              <a:spcAft>
                <a:spcPts val="0"/>
              </a:spcAft>
              <a:buNone/>
            </a:pPr>
            <a:r>
              <a:rPr lang="es-ES" sz="2200" b="1" dirty="0">
                <a:solidFill>
                  <a:srgbClr val="C00000"/>
                </a:solidFill>
                <a:ea typeface="Roboto"/>
                <a:cs typeface="Roboto"/>
                <a:sym typeface="Roboto"/>
              </a:rPr>
              <a:t>¿Por que son iguales las direcciones si los procesos son diferentes?</a:t>
            </a:r>
            <a:endParaRPr sz="2200" b="1" dirty="0">
              <a:solidFill>
                <a:srgbClr val="C00000"/>
              </a:solidFill>
            </a:endParaRPr>
          </a:p>
        </p:txBody>
      </p:sp>
      <p:cxnSp>
        <p:nvCxnSpPr>
          <p:cNvPr id="446" name="Google Shape;446;p30"/>
          <p:cNvCxnSpPr/>
          <p:nvPr/>
        </p:nvCxnSpPr>
        <p:spPr>
          <a:xfrm rot="10800000">
            <a:off x="9618325" y="2811100"/>
            <a:ext cx="0" cy="758100"/>
          </a:xfrm>
          <a:prstGeom prst="straightConnector1">
            <a:avLst/>
          </a:prstGeom>
          <a:noFill/>
          <a:ln w="19050" cap="flat" cmpd="sng">
            <a:solidFill>
              <a:schemeClr val="dk2"/>
            </a:solidFill>
            <a:prstDash val="solid"/>
            <a:round/>
            <a:headEnd type="none" w="med" len="med"/>
            <a:tailEnd type="triangle" w="med" len="med"/>
          </a:ln>
        </p:spPr>
      </p:cxnSp>
      <p:cxnSp>
        <p:nvCxnSpPr>
          <p:cNvPr id="447" name="Google Shape;447;p30"/>
          <p:cNvCxnSpPr/>
          <p:nvPr/>
        </p:nvCxnSpPr>
        <p:spPr>
          <a:xfrm rot="10800000">
            <a:off x="9618325" y="5310725"/>
            <a:ext cx="0" cy="758100"/>
          </a:xfrm>
          <a:prstGeom prst="straightConnector1">
            <a:avLst/>
          </a:prstGeom>
          <a:noFill/>
          <a:ln w="19050" cap="flat" cmpd="sng">
            <a:solidFill>
              <a:schemeClr val="dk2"/>
            </a:solidFill>
            <a:prstDash val="solid"/>
            <a:round/>
            <a:headEnd type="none" w="med" len="med"/>
            <a:tailEnd type="triangl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30"/>
          <p:cNvSpPr txBox="1">
            <a:spLocks noGrp="1"/>
          </p:cNvSpPr>
          <p:nvPr>
            <p:ph type="title"/>
          </p:nvPr>
        </p:nvSpPr>
        <p:spPr>
          <a:xfrm>
            <a:off x="916650" y="96038"/>
            <a:ext cx="103587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Virtualización de Memoria - Contextualización</a:t>
            </a:r>
            <a:endParaRPr dirty="0"/>
          </a:p>
        </p:txBody>
      </p:sp>
      <p:sp>
        <p:nvSpPr>
          <p:cNvPr id="435" name="Google Shape;435;p30"/>
          <p:cNvSpPr txBox="1">
            <a:spLocks noGrp="1"/>
          </p:cNvSpPr>
          <p:nvPr>
            <p:ph type="body" idx="1"/>
          </p:nvPr>
        </p:nvSpPr>
        <p:spPr>
          <a:xfrm>
            <a:off x="55750" y="851906"/>
            <a:ext cx="10602900" cy="633113"/>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sz="2200" b="1" dirty="0"/>
              <a:t>Pregunta</a:t>
            </a:r>
            <a:r>
              <a:rPr lang="es-ES" sz="2200" dirty="0"/>
              <a:t>: ¿Que pasa si dos usuarios corren simultáneamente el programa?</a:t>
            </a:r>
            <a:endParaRPr sz="2800" dirty="0"/>
          </a:p>
        </p:txBody>
      </p:sp>
      <p:sp>
        <p:nvSpPr>
          <p:cNvPr id="436" name="Google Shape;436;p30"/>
          <p:cNvSpPr txBox="1"/>
          <p:nvPr/>
        </p:nvSpPr>
        <p:spPr>
          <a:xfrm>
            <a:off x="360751" y="1405447"/>
            <a:ext cx="4711926" cy="2404374"/>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ES" sz="1400" dirty="0" err="1">
                <a:solidFill>
                  <a:srgbClr val="24292E"/>
                </a:solidFill>
                <a:highlight>
                  <a:srgbClr val="FFFFFF"/>
                </a:highlight>
                <a:latin typeface="Consolas" panose="020B0609020204030204" pitchFamily="49" charset="0"/>
                <a:ea typeface="Courier New"/>
                <a:cs typeface="Courier New"/>
                <a:sym typeface="Courier New"/>
              </a:rPr>
              <a:t>prompt</a:t>
            </a:r>
            <a:r>
              <a:rPr lang="es-ES" sz="1400" dirty="0">
                <a:solidFill>
                  <a:srgbClr val="24292E"/>
                </a:solidFill>
                <a:highlight>
                  <a:srgbClr val="FFFFFF"/>
                </a:highlight>
                <a:latin typeface="Consolas" panose="020B0609020204030204" pitchFamily="49" charset="0"/>
                <a:ea typeface="Courier New"/>
                <a:cs typeface="Courier New"/>
                <a:sym typeface="Courier New"/>
              </a:rPr>
              <a:t>&gt; </a:t>
            </a:r>
            <a:r>
              <a:rPr lang="es-ES" sz="1400" dirty="0">
                <a:solidFill>
                  <a:srgbClr val="24292E"/>
                </a:solidFill>
                <a:highlight>
                  <a:srgbClr val="C9DAF8"/>
                </a:highlight>
                <a:latin typeface="Consolas" panose="020B0609020204030204" pitchFamily="49" charset="0"/>
                <a:ea typeface="Courier New"/>
                <a:cs typeface="Courier New"/>
                <a:sym typeface="Courier New"/>
              </a:rPr>
              <a:t>./</a:t>
            </a:r>
            <a:r>
              <a:rPr lang="es-ES" sz="1400" dirty="0" err="1">
                <a:solidFill>
                  <a:srgbClr val="24292E"/>
                </a:solidFill>
                <a:highlight>
                  <a:srgbClr val="C9DAF8"/>
                </a:highlight>
                <a:latin typeface="Consolas" panose="020B0609020204030204" pitchFamily="49" charset="0"/>
                <a:ea typeface="Courier New"/>
                <a:cs typeface="Courier New"/>
                <a:sym typeface="Courier New"/>
              </a:rPr>
              <a:t>mem</a:t>
            </a:r>
            <a:r>
              <a:rPr lang="es-ES" sz="1400" dirty="0">
                <a:solidFill>
                  <a:srgbClr val="24292E"/>
                </a:solidFill>
                <a:highlight>
                  <a:srgbClr val="C9DAF8"/>
                </a:highlight>
                <a:latin typeface="Consolas" panose="020B0609020204030204" pitchFamily="49" charset="0"/>
                <a:ea typeface="Courier New"/>
                <a:cs typeface="Courier New"/>
                <a:sym typeface="Courier New"/>
              </a:rPr>
              <a:t> 1</a:t>
            </a:r>
            <a:r>
              <a:rPr lang="es-ES" sz="1400" dirty="0">
                <a:solidFill>
                  <a:srgbClr val="24292E"/>
                </a:solidFill>
                <a:highlight>
                  <a:srgbClr val="FFFFFF"/>
                </a:highlight>
                <a:latin typeface="Consolas" panose="020B0609020204030204" pitchFamily="49" charset="0"/>
                <a:ea typeface="Courier New"/>
                <a:cs typeface="Courier New"/>
                <a:sym typeface="Courier New"/>
              </a:rPr>
              <a:t> &amp;; </a:t>
            </a:r>
            <a:r>
              <a:rPr lang="es-ES" sz="1400" dirty="0">
                <a:solidFill>
                  <a:srgbClr val="24292E"/>
                </a:solidFill>
                <a:highlight>
                  <a:srgbClr val="F4CCCC"/>
                </a:highlight>
                <a:latin typeface="Consolas" panose="020B0609020204030204" pitchFamily="49" charset="0"/>
                <a:ea typeface="Courier New"/>
                <a:cs typeface="Courier New"/>
                <a:sym typeface="Courier New"/>
              </a:rPr>
              <a:t>./</a:t>
            </a:r>
            <a:r>
              <a:rPr lang="es-ES" sz="1400" dirty="0" err="1">
                <a:solidFill>
                  <a:srgbClr val="24292E"/>
                </a:solidFill>
                <a:highlight>
                  <a:srgbClr val="F4CCCC"/>
                </a:highlight>
                <a:latin typeface="Consolas" panose="020B0609020204030204" pitchFamily="49" charset="0"/>
                <a:ea typeface="Courier New"/>
                <a:cs typeface="Courier New"/>
                <a:sym typeface="Courier New"/>
              </a:rPr>
              <a:t>mem</a:t>
            </a:r>
            <a:r>
              <a:rPr lang="es-ES" sz="1400" dirty="0">
                <a:solidFill>
                  <a:srgbClr val="24292E"/>
                </a:solidFill>
                <a:highlight>
                  <a:srgbClr val="F4CCCC"/>
                </a:highlight>
                <a:latin typeface="Consolas" panose="020B0609020204030204" pitchFamily="49" charset="0"/>
                <a:ea typeface="Courier New"/>
                <a:cs typeface="Courier New"/>
                <a:sym typeface="Courier New"/>
              </a:rPr>
              <a:t> 1</a:t>
            </a:r>
            <a:r>
              <a:rPr lang="es-ES" sz="1400" dirty="0">
                <a:solidFill>
                  <a:srgbClr val="24292E"/>
                </a:solidFill>
                <a:highlight>
                  <a:srgbClr val="FFFFFF"/>
                </a:highlight>
                <a:latin typeface="Consolas" panose="020B0609020204030204" pitchFamily="49" charset="0"/>
                <a:ea typeface="Courier New"/>
                <a:cs typeface="Courier New"/>
                <a:sym typeface="Courier New"/>
              </a:rPr>
              <a:t> &amp;</a:t>
            </a: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[1] </a:t>
            </a:r>
            <a:r>
              <a:rPr lang="es-ES" sz="1400" dirty="0">
                <a:solidFill>
                  <a:srgbClr val="24292E"/>
                </a:solidFill>
                <a:highlight>
                  <a:srgbClr val="C9DAF8"/>
                </a:highlight>
                <a:latin typeface="Consolas" panose="020B0609020204030204" pitchFamily="49" charset="0"/>
                <a:ea typeface="Courier New"/>
                <a:cs typeface="Courier New"/>
                <a:sym typeface="Courier New"/>
              </a:rPr>
              <a:t>24113</a:t>
            </a:r>
            <a:endParaRPr sz="1400" dirty="0">
              <a:solidFill>
                <a:srgbClr val="24292E"/>
              </a:solidFill>
              <a:highlight>
                <a:srgbClr val="C9DAF8"/>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[2] </a:t>
            </a:r>
            <a:r>
              <a:rPr lang="es-ES" sz="1400" dirty="0">
                <a:solidFill>
                  <a:srgbClr val="24292E"/>
                </a:solidFill>
                <a:highlight>
                  <a:srgbClr val="F4CCCC"/>
                </a:highlight>
                <a:latin typeface="Consolas" panose="020B0609020204030204" pitchFamily="49" charset="0"/>
                <a:ea typeface="Courier New"/>
                <a:cs typeface="Courier New"/>
                <a:sym typeface="Courier New"/>
              </a:rPr>
              <a:t>24114</a:t>
            </a:r>
            <a:endParaRPr sz="1400" dirty="0">
              <a:solidFill>
                <a:srgbClr val="24292E"/>
              </a:solidFill>
              <a:highlight>
                <a:srgbClr val="F4CCCC"/>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CFE2F3"/>
                </a:highlight>
                <a:latin typeface="Consolas" panose="020B0609020204030204" pitchFamily="49" charset="0"/>
                <a:ea typeface="Courier New"/>
                <a:cs typeface="Courier New"/>
                <a:sym typeface="Courier New"/>
              </a:rPr>
              <a:t>(24113) address </a:t>
            </a:r>
            <a:r>
              <a:rPr lang="es-ES" sz="1400" dirty="0" err="1">
                <a:solidFill>
                  <a:srgbClr val="24292E"/>
                </a:solidFill>
                <a:highlight>
                  <a:srgbClr val="CFE2F3"/>
                </a:highlight>
                <a:latin typeface="Consolas" panose="020B0609020204030204" pitchFamily="49" charset="0"/>
                <a:ea typeface="Courier New"/>
                <a:cs typeface="Courier New"/>
                <a:sym typeface="Courier New"/>
              </a:rPr>
              <a:t>pointed</a:t>
            </a:r>
            <a:r>
              <a:rPr lang="es-ES" sz="1400" dirty="0">
                <a:solidFill>
                  <a:srgbClr val="24292E"/>
                </a:solidFill>
                <a:highlight>
                  <a:srgbClr val="CFE2F3"/>
                </a:highlight>
                <a:latin typeface="Consolas" panose="020B0609020204030204" pitchFamily="49" charset="0"/>
                <a:ea typeface="Courier New"/>
                <a:cs typeface="Courier New"/>
                <a:sym typeface="Courier New"/>
              </a:rPr>
              <a:t> </a:t>
            </a:r>
            <a:r>
              <a:rPr lang="es-ES" sz="1400" dirty="0" err="1">
                <a:solidFill>
                  <a:srgbClr val="24292E"/>
                </a:solidFill>
                <a:highlight>
                  <a:srgbClr val="CFE2F3"/>
                </a:highlight>
                <a:latin typeface="Consolas" panose="020B0609020204030204" pitchFamily="49" charset="0"/>
                <a:ea typeface="Courier New"/>
                <a:cs typeface="Courier New"/>
                <a:sym typeface="Courier New"/>
              </a:rPr>
              <a:t>to</a:t>
            </a:r>
            <a:r>
              <a:rPr lang="es-ES" sz="1400" dirty="0">
                <a:solidFill>
                  <a:srgbClr val="24292E"/>
                </a:solidFill>
                <a:highlight>
                  <a:srgbClr val="CFE2F3"/>
                </a:highlight>
                <a:latin typeface="Consolas" panose="020B0609020204030204" pitchFamily="49" charset="0"/>
                <a:ea typeface="Courier New"/>
                <a:cs typeface="Courier New"/>
                <a:sym typeface="Courier New"/>
              </a:rPr>
              <a:t> </a:t>
            </a:r>
            <a:r>
              <a:rPr lang="es-ES" sz="1400" dirty="0" err="1">
                <a:solidFill>
                  <a:srgbClr val="24292E"/>
                </a:solidFill>
                <a:highlight>
                  <a:srgbClr val="CFE2F3"/>
                </a:highlight>
                <a:latin typeface="Consolas" panose="020B0609020204030204" pitchFamily="49" charset="0"/>
                <a:ea typeface="Courier New"/>
                <a:cs typeface="Courier New"/>
                <a:sym typeface="Courier New"/>
              </a:rPr>
              <a:t>by</a:t>
            </a:r>
            <a:r>
              <a:rPr lang="es-ES" sz="1400" dirty="0">
                <a:solidFill>
                  <a:srgbClr val="24292E"/>
                </a:solidFill>
                <a:highlight>
                  <a:srgbClr val="CFE2F3"/>
                </a:highlight>
                <a:latin typeface="Consolas" panose="020B0609020204030204" pitchFamily="49" charset="0"/>
                <a:ea typeface="Courier New"/>
                <a:cs typeface="Courier New"/>
                <a:sym typeface="Courier New"/>
              </a:rPr>
              <a:t> p: </a:t>
            </a:r>
            <a:r>
              <a:rPr lang="es-ES" sz="1400" dirty="0">
                <a:solidFill>
                  <a:srgbClr val="24292E"/>
                </a:solidFill>
                <a:highlight>
                  <a:srgbClr val="FFFF00"/>
                </a:highlight>
                <a:latin typeface="Consolas" panose="020B0609020204030204" pitchFamily="49" charset="0"/>
                <a:ea typeface="Courier New"/>
                <a:cs typeface="Courier New"/>
                <a:sym typeface="Courier New"/>
              </a:rPr>
              <a:t>0x200000</a:t>
            </a:r>
            <a:endParaRPr sz="1400" dirty="0">
              <a:solidFill>
                <a:srgbClr val="24292E"/>
              </a:solidFill>
              <a:highlight>
                <a:srgbClr val="FFFF00"/>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4CCCC"/>
                </a:highlight>
                <a:latin typeface="Consolas" panose="020B0609020204030204" pitchFamily="49" charset="0"/>
                <a:ea typeface="Courier New"/>
                <a:cs typeface="Courier New"/>
                <a:sym typeface="Courier New"/>
              </a:rPr>
              <a:t>(24114) address </a:t>
            </a:r>
            <a:r>
              <a:rPr lang="es-ES" sz="1400" dirty="0" err="1">
                <a:solidFill>
                  <a:srgbClr val="24292E"/>
                </a:solidFill>
                <a:highlight>
                  <a:srgbClr val="F4CCCC"/>
                </a:highlight>
                <a:latin typeface="Consolas" panose="020B0609020204030204" pitchFamily="49" charset="0"/>
                <a:ea typeface="Courier New"/>
                <a:cs typeface="Courier New"/>
                <a:sym typeface="Courier New"/>
              </a:rPr>
              <a:t>pointed</a:t>
            </a:r>
            <a:r>
              <a:rPr lang="es-ES" sz="1400" dirty="0">
                <a:solidFill>
                  <a:srgbClr val="24292E"/>
                </a:solidFill>
                <a:highlight>
                  <a:srgbClr val="F4CCCC"/>
                </a:highlight>
                <a:latin typeface="Consolas" panose="020B0609020204030204" pitchFamily="49" charset="0"/>
                <a:ea typeface="Courier New"/>
                <a:cs typeface="Courier New"/>
                <a:sym typeface="Courier New"/>
              </a:rPr>
              <a:t> </a:t>
            </a:r>
            <a:r>
              <a:rPr lang="es-ES" sz="1400" dirty="0" err="1">
                <a:solidFill>
                  <a:srgbClr val="24292E"/>
                </a:solidFill>
                <a:highlight>
                  <a:srgbClr val="F4CCCC"/>
                </a:highlight>
                <a:latin typeface="Consolas" panose="020B0609020204030204" pitchFamily="49" charset="0"/>
                <a:ea typeface="Courier New"/>
                <a:cs typeface="Courier New"/>
                <a:sym typeface="Courier New"/>
              </a:rPr>
              <a:t>to</a:t>
            </a:r>
            <a:r>
              <a:rPr lang="es-ES" sz="1400" dirty="0">
                <a:solidFill>
                  <a:srgbClr val="24292E"/>
                </a:solidFill>
                <a:highlight>
                  <a:srgbClr val="F4CCCC"/>
                </a:highlight>
                <a:latin typeface="Consolas" panose="020B0609020204030204" pitchFamily="49" charset="0"/>
                <a:ea typeface="Courier New"/>
                <a:cs typeface="Courier New"/>
                <a:sym typeface="Courier New"/>
              </a:rPr>
              <a:t> </a:t>
            </a:r>
            <a:r>
              <a:rPr lang="es-ES" sz="1400" dirty="0" err="1">
                <a:solidFill>
                  <a:srgbClr val="24292E"/>
                </a:solidFill>
                <a:highlight>
                  <a:srgbClr val="F4CCCC"/>
                </a:highlight>
                <a:latin typeface="Consolas" panose="020B0609020204030204" pitchFamily="49" charset="0"/>
                <a:ea typeface="Courier New"/>
                <a:cs typeface="Courier New"/>
                <a:sym typeface="Courier New"/>
              </a:rPr>
              <a:t>by</a:t>
            </a:r>
            <a:r>
              <a:rPr lang="es-ES" sz="1400" dirty="0">
                <a:solidFill>
                  <a:srgbClr val="24292E"/>
                </a:solidFill>
                <a:highlight>
                  <a:srgbClr val="F4CCCC"/>
                </a:highlight>
                <a:latin typeface="Consolas" panose="020B0609020204030204" pitchFamily="49" charset="0"/>
                <a:ea typeface="Courier New"/>
                <a:cs typeface="Courier New"/>
                <a:sym typeface="Courier New"/>
              </a:rPr>
              <a:t> p: </a:t>
            </a:r>
            <a:r>
              <a:rPr lang="es-ES" sz="1400" dirty="0">
                <a:solidFill>
                  <a:srgbClr val="24292E"/>
                </a:solidFill>
                <a:highlight>
                  <a:srgbClr val="FFFF00"/>
                </a:highlight>
                <a:latin typeface="Consolas" panose="020B0609020204030204" pitchFamily="49" charset="0"/>
                <a:ea typeface="Courier New"/>
                <a:cs typeface="Courier New"/>
                <a:sym typeface="Courier New"/>
              </a:rPr>
              <a:t>0x200000</a:t>
            </a:r>
            <a:endParaRPr sz="1400" dirty="0">
              <a:solidFill>
                <a:srgbClr val="24292E"/>
              </a:solidFill>
              <a:highlight>
                <a:srgbClr val="FFFF00"/>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C9DAF8"/>
                </a:highlight>
                <a:latin typeface="Consolas" panose="020B0609020204030204" pitchFamily="49" charset="0"/>
                <a:ea typeface="Courier New"/>
                <a:cs typeface="Courier New"/>
                <a:sym typeface="Courier New"/>
              </a:rPr>
              <a:t>(24113) p: 1</a:t>
            </a:r>
            <a:endParaRPr sz="1400" dirty="0">
              <a:solidFill>
                <a:srgbClr val="24292E"/>
              </a:solidFill>
              <a:highlight>
                <a:srgbClr val="C9DAF8"/>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4CCCC"/>
                </a:highlight>
                <a:latin typeface="Consolas" panose="020B0609020204030204" pitchFamily="49" charset="0"/>
                <a:ea typeface="Courier New"/>
                <a:cs typeface="Courier New"/>
                <a:sym typeface="Courier New"/>
              </a:rPr>
              <a:t>(24114) p: 1</a:t>
            </a:r>
            <a:endParaRPr sz="1400" dirty="0">
              <a:solidFill>
                <a:srgbClr val="24292E"/>
              </a:solidFill>
              <a:highlight>
                <a:srgbClr val="F4CCCC"/>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4CCCC"/>
                </a:highlight>
                <a:latin typeface="Consolas" panose="020B0609020204030204" pitchFamily="49" charset="0"/>
                <a:ea typeface="Courier New"/>
                <a:cs typeface="Courier New"/>
                <a:sym typeface="Courier New"/>
              </a:rPr>
              <a:t>(24114) p: 2</a:t>
            </a:r>
            <a:endParaRPr sz="1400" dirty="0">
              <a:solidFill>
                <a:srgbClr val="24292E"/>
              </a:solidFill>
              <a:highlight>
                <a:srgbClr val="F4CCCC"/>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C9DAF8"/>
                </a:highlight>
                <a:latin typeface="Consolas" panose="020B0609020204030204" pitchFamily="49" charset="0"/>
                <a:ea typeface="Courier New"/>
                <a:cs typeface="Courier New"/>
                <a:sym typeface="Courier New"/>
              </a:rPr>
              <a:t>(24113) p: 2</a:t>
            </a:r>
            <a:endParaRPr sz="1400" dirty="0">
              <a:solidFill>
                <a:srgbClr val="24292E"/>
              </a:solidFill>
              <a:highlight>
                <a:srgbClr val="C9DAF8"/>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a:t>
            </a: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spcBef>
                <a:spcPts val="0"/>
              </a:spcBef>
              <a:spcAft>
                <a:spcPts val="0"/>
              </a:spcAft>
              <a:buNone/>
            </a:pPr>
            <a:endParaRPr sz="1200" dirty="0">
              <a:solidFill>
                <a:srgbClr val="24292E"/>
              </a:solidFill>
              <a:highlight>
                <a:srgbClr val="FFFFFF"/>
              </a:highlight>
              <a:latin typeface="Consolas" panose="020B0609020204030204" pitchFamily="49" charset="0"/>
              <a:ea typeface="Courier New"/>
              <a:cs typeface="Courier New"/>
              <a:sym typeface="Courier New"/>
            </a:endParaRPr>
          </a:p>
        </p:txBody>
      </p:sp>
      <p:graphicFrame>
        <p:nvGraphicFramePr>
          <p:cNvPr id="442" name="Google Shape;442;p30"/>
          <p:cNvGraphicFramePr/>
          <p:nvPr>
            <p:extLst>
              <p:ext uri="{D42A27DB-BD31-4B8C-83A1-F6EECF244321}">
                <p14:modId xmlns:p14="http://schemas.microsoft.com/office/powerpoint/2010/main" val="1812711953"/>
              </p:ext>
            </p:extLst>
          </p:nvPr>
        </p:nvGraphicFramePr>
        <p:xfrm>
          <a:off x="3141576" y="4661229"/>
          <a:ext cx="3071339" cy="2110560"/>
        </p:xfrm>
        <a:graphic>
          <a:graphicData uri="http://schemas.openxmlformats.org/drawingml/2006/table">
            <a:tbl>
              <a:tblPr>
                <a:noFill/>
                <a:tableStyleId>{A3A52A41-BABC-4418-8BB8-58FADEB799A8}</a:tableStyleId>
              </a:tblPr>
              <a:tblGrid>
                <a:gridCol w="1167100">
                  <a:extLst>
                    <a:ext uri="{9D8B030D-6E8A-4147-A177-3AD203B41FA5}">
                      <a16:colId xmlns:a16="http://schemas.microsoft.com/office/drawing/2014/main" val="20000"/>
                    </a:ext>
                  </a:extLst>
                </a:gridCol>
                <a:gridCol w="922471">
                  <a:extLst>
                    <a:ext uri="{9D8B030D-6E8A-4147-A177-3AD203B41FA5}">
                      <a16:colId xmlns:a16="http://schemas.microsoft.com/office/drawing/2014/main" val="20001"/>
                    </a:ext>
                  </a:extLst>
                </a:gridCol>
                <a:gridCol w="981768">
                  <a:extLst>
                    <a:ext uri="{9D8B030D-6E8A-4147-A177-3AD203B41FA5}">
                      <a16:colId xmlns:a16="http://schemas.microsoft.com/office/drawing/2014/main" val="20002"/>
                    </a:ext>
                  </a:extLst>
                </a:gridCol>
              </a:tblGrid>
              <a:tr h="0">
                <a:tc>
                  <a:txBody>
                    <a:bodyPr/>
                    <a:lstStyle/>
                    <a:p>
                      <a:pPr marL="0" lvl="0" indent="0" algn="r" rtl="0">
                        <a:spcBef>
                          <a:spcPts val="0"/>
                        </a:spcBef>
                        <a:spcAft>
                          <a:spcPts val="0"/>
                        </a:spcAft>
                        <a:buNone/>
                      </a:pPr>
                      <a:r>
                        <a:rPr lang="es-ES" sz="1400" b="1" dirty="0">
                          <a:latin typeface="Consolas" panose="020B0609020204030204" pitchFamily="49" charset="0"/>
                          <a:ea typeface="Courier New"/>
                          <a:cs typeface="Courier New"/>
                          <a:sym typeface="Courier New"/>
                        </a:rPr>
                        <a:t>Dirección</a:t>
                      </a:r>
                      <a:endParaRPr sz="1400" b="1" dirty="0">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s-ES" sz="1400" b="1">
                          <a:latin typeface="Consolas" panose="020B0609020204030204" pitchFamily="49" charset="0"/>
                          <a:ea typeface="Courier New"/>
                          <a:cs typeface="Courier New"/>
                          <a:sym typeface="Courier New"/>
                        </a:rPr>
                        <a:t>Valor</a:t>
                      </a:r>
                      <a:endParaRPr sz="1400" b="1">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r>
                        <a:rPr lang="es-ES" sz="1400" b="1" dirty="0">
                          <a:latin typeface="Consolas" panose="020B0609020204030204" pitchFamily="49" charset="0"/>
                          <a:ea typeface="Courier New"/>
                          <a:cs typeface="Courier New"/>
                          <a:sym typeface="Courier New"/>
                        </a:rPr>
                        <a:t>Variable</a:t>
                      </a:r>
                      <a:endParaRPr sz="1400" b="1" dirty="0">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r" rtl="0">
                        <a:spcBef>
                          <a:spcPts val="0"/>
                        </a:spcBef>
                        <a:spcAft>
                          <a:spcPts val="0"/>
                        </a:spcAft>
                        <a:buNone/>
                      </a:pPr>
                      <a:r>
                        <a:rPr lang="es-ES" sz="1050">
                          <a:latin typeface="Consolas" panose="020B0609020204030204" pitchFamily="49" charset="0"/>
                          <a:ea typeface="Courier New"/>
                          <a:cs typeface="Courier New"/>
                          <a:sym typeface="Courier New"/>
                        </a:rPr>
                        <a:t>...</a:t>
                      </a: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050" dirty="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accent2">
                        <a:lumMod val="40000"/>
                        <a:lumOff val="60000"/>
                      </a:schemeClr>
                    </a:solidFill>
                  </a:tcPr>
                </a:tc>
                <a:tc>
                  <a:txBody>
                    <a:bodyPr/>
                    <a:lstStyle/>
                    <a:p>
                      <a:pPr marL="0" lvl="0" indent="0" algn="l" rtl="0">
                        <a:spcBef>
                          <a:spcPts val="0"/>
                        </a:spcBef>
                        <a:spcAft>
                          <a:spcPts val="0"/>
                        </a:spcAft>
                        <a:buNone/>
                      </a:pP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r" rtl="0">
                        <a:spcBef>
                          <a:spcPts val="0"/>
                        </a:spcBef>
                        <a:spcAft>
                          <a:spcPts val="0"/>
                        </a:spcAft>
                        <a:buNone/>
                      </a:pPr>
                      <a:r>
                        <a:rPr lang="es-ES" sz="1050">
                          <a:solidFill>
                            <a:schemeClr val="dk1"/>
                          </a:solidFill>
                          <a:highlight>
                            <a:srgbClr val="FFFF00"/>
                          </a:highlight>
                          <a:latin typeface="Consolas" panose="020B0609020204030204" pitchFamily="49" charset="0"/>
                          <a:ea typeface="Courier New"/>
                          <a:cs typeface="Courier New"/>
                          <a:sym typeface="Courier New"/>
                        </a:rPr>
                        <a:t>0x200000</a:t>
                      </a:r>
                      <a:endParaRPr sz="1050">
                        <a:highlight>
                          <a:srgbClr val="FFFF00"/>
                        </a:highlight>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s-ES" sz="1050" dirty="0">
                          <a:latin typeface="Consolas" panose="020B0609020204030204" pitchFamily="49" charset="0"/>
                          <a:ea typeface="Courier New"/>
                          <a:cs typeface="Courier New"/>
                          <a:sym typeface="Courier New"/>
                        </a:rPr>
                        <a:t>0</a:t>
                      </a:r>
                      <a:endParaRPr sz="1050" dirty="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accent2">
                        <a:lumMod val="40000"/>
                        <a:lumOff val="60000"/>
                      </a:schemeClr>
                    </a:solidFill>
                  </a:tcPr>
                </a:tc>
                <a:tc>
                  <a:txBody>
                    <a:bodyPr/>
                    <a:lstStyle/>
                    <a:p>
                      <a:pPr marL="0" lvl="0" indent="0" algn="l" rtl="0">
                        <a:spcBef>
                          <a:spcPts val="0"/>
                        </a:spcBef>
                        <a:spcAft>
                          <a:spcPts val="0"/>
                        </a:spcAft>
                        <a:buNone/>
                      </a:pPr>
                      <a:r>
                        <a:rPr lang="es-ES" sz="1050">
                          <a:latin typeface="Consolas" panose="020B0609020204030204" pitchFamily="49" charset="0"/>
                          <a:ea typeface="Courier New"/>
                          <a:cs typeface="Courier New"/>
                          <a:sym typeface="Courier New"/>
                        </a:rPr>
                        <a:t>*p</a:t>
                      </a: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r" rtl="0">
                        <a:spcBef>
                          <a:spcPts val="0"/>
                        </a:spcBef>
                        <a:spcAft>
                          <a:spcPts val="0"/>
                        </a:spcAft>
                        <a:buNone/>
                      </a:pPr>
                      <a:r>
                        <a:rPr lang="es-ES" sz="1050">
                          <a:solidFill>
                            <a:schemeClr val="dk1"/>
                          </a:solidFill>
                          <a:latin typeface="Consolas" panose="020B0609020204030204" pitchFamily="49" charset="0"/>
                          <a:ea typeface="Courier New"/>
                          <a:cs typeface="Courier New"/>
                          <a:sym typeface="Courier New"/>
                        </a:rPr>
                        <a:t>...</a:t>
                      </a:r>
                      <a:endParaRPr sz="1050">
                        <a:solidFill>
                          <a:schemeClr val="dk1"/>
                        </a:solidFill>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050" dirty="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accent2">
                        <a:lumMod val="40000"/>
                        <a:lumOff val="60000"/>
                      </a:schemeClr>
                    </a:solidFill>
                  </a:tcPr>
                </a:tc>
                <a:tc>
                  <a:txBody>
                    <a:bodyPr/>
                    <a:lstStyle/>
                    <a:p>
                      <a:pPr marL="0" lvl="0" indent="0" algn="l" rtl="0">
                        <a:spcBef>
                          <a:spcPts val="0"/>
                        </a:spcBef>
                        <a:spcAft>
                          <a:spcPts val="0"/>
                        </a:spcAft>
                        <a:buNone/>
                      </a:pP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r" rtl="0">
                        <a:spcBef>
                          <a:spcPts val="0"/>
                        </a:spcBef>
                        <a:spcAft>
                          <a:spcPts val="0"/>
                        </a:spcAft>
                        <a:buNone/>
                      </a:pPr>
                      <a:r>
                        <a:rPr lang="es-ES" sz="1050">
                          <a:solidFill>
                            <a:schemeClr val="dk1"/>
                          </a:solidFill>
                          <a:latin typeface="Consolas" panose="020B0609020204030204" pitchFamily="49" charset="0"/>
                          <a:ea typeface="Courier New"/>
                          <a:cs typeface="Courier New"/>
                          <a:sym typeface="Courier New"/>
                        </a:rPr>
                        <a:t>&amp;p</a:t>
                      </a:r>
                      <a:endParaRPr sz="1050">
                        <a:solidFill>
                          <a:schemeClr val="dk1"/>
                        </a:solidFill>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050" dirty="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accent2">
                        <a:lumMod val="40000"/>
                        <a:lumOff val="60000"/>
                      </a:schemeClr>
                    </a:solidFill>
                  </a:tcPr>
                </a:tc>
                <a:tc>
                  <a:txBody>
                    <a:bodyPr/>
                    <a:lstStyle/>
                    <a:p>
                      <a:pPr marL="0" lvl="0" indent="0" algn="l" rtl="0">
                        <a:spcBef>
                          <a:spcPts val="0"/>
                        </a:spcBef>
                        <a:spcAft>
                          <a:spcPts val="0"/>
                        </a:spcAft>
                        <a:buNone/>
                      </a:pPr>
                      <a:r>
                        <a:rPr lang="es-ES" sz="1050">
                          <a:latin typeface="Consolas" panose="020B0609020204030204" pitchFamily="49" charset="0"/>
                          <a:ea typeface="Courier New"/>
                          <a:cs typeface="Courier New"/>
                          <a:sym typeface="Courier New"/>
                        </a:rPr>
                        <a:t>p</a:t>
                      </a: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r" rtl="0">
                        <a:spcBef>
                          <a:spcPts val="0"/>
                        </a:spcBef>
                        <a:spcAft>
                          <a:spcPts val="0"/>
                        </a:spcAft>
                        <a:buNone/>
                      </a:pPr>
                      <a:r>
                        <a:rPr lang="es-ES" sz="1050" dirty="0">
                          <a:solidFill>
                            <a:schemeClr val="dk1"/>
                          </a:solidFill>
                          <a:latin typeface="Consolas" panose="020B0609020204030204" pitchFamily="49" charset="0"/>
                          <a:ea typeface="Courier New"/>
                          <a:cs typeface="Courier New"/>
                          <a:sym typeface="Courier New"/>
                        </a:rPr>
                        <a:t>...</a:t>
                      </a:r>
                      <a:endParaRPr sz="1050" dirty="0">
                        <a:solidFill>
                          <a:schemeClr val="dk1"/>
                        </a:solidFill>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050" dirty="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accent2">
                        <a:lumMod val="40000"/>
                        <a:lumOff val="60000"/>
                      </a:schemeClr>
                    </a:solidFill>
                  </a:tcPr>
                </a:tc>
                <a:tc>
                  <a:txBody>
                    <a:bodyPr/>
                    <a:lstStyle/>
                    <a:p>
                      <a:pPr marL="0" lvl="0" indent="0" algn="l" rtl="0">
                        <a:spcBef>
                          <a:spcPts val="0"/>
                        </a:spcBef>
                        <a:spcAft>
                          <a:spcPts val="0"/>
                        </a:spcAft>
                        <a:buNone/>
                      </a:pPr>
                      <a:endParaRPr sz="1050" dirty="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pSp>
        <p:nvGrpSpPr>
          <p:cNvPr id="2" name="Grupo 1">
            <a:extLst>
              <a:ext uri="{FF2B5EF4-FFF2-40B4-BE49-F238E27FC236}">
                <a16:creationId xmlns:a16="http://schemas.microsoft.com/office/drawing/2014/main" id="{5DCC72E1-9492-463E-B1FA-8208C66CB42D}"/>
              </a:ext>
            </a:extLst>
          </p:cNvPr>
          <p:cNvGrpSpPr/>
          <p:nvPr/>
        </p:nvGrpSpPr>
        <p:grpSpPr>
          <a:xfrm>
            <a:off x="176778" y="4651402"/>
            <a:ext cx="3097881" cy="2110560"/>
            <a:chOff x="855866" y="4414959"/>
            <a:chExt cx="3192699" cy="2110560"/>
          </a:xfrm>
        </p:grpSpPr>
        <p:graphicFrame>
          <p:nvGraphicFramePr>
            <p:cNvPr id="441" name="Google Shape;441;p30"/>
            <p:cNvGraphicFramePr/>
            <p:nvPr>
              <p:extLst>
                <p:ext uri="{D42A27DB-BD31-4B8C-83A1-F6EECF244321}">
                  <p14:modId xmlns:p14="http://schemas.microsoft.com/office/powerpoint/2010/main" val="3699668764"/>
                </p:ext>
              </p:extLst>
            </p:nvPr>
          </p:nvGraphicFramePr>
          <p:xfrm>
            <a:off x="855866" y="4414959"/>
            <a:ext cx="3192699" cy="2110560"/>
          </p:xfrm>
          <a:graphic>
            <a:graphicData uri="http://schemas.openxmlformats.org/drawingml/2006/table">
              <a:tbl>
                <a:tblPr>
                  <a:noFill/>
                  <a:tableStyleId>{A3A52A41-BABC-4418-8BB8-58FADEB799A8}</a:tableStyleId>
                </a:tblPr>
                <a:tblGrid>
                  <a:gridCol w="1086790">
                    <a:extLst>
                      <a:ext uri="{9D8B030D-6E8A-4147-A177-3AD203B41FA5}">
                        <a16:colId xmlns:a16="http://schemas.microsoft.com/office/drawing/2014/main" val="20000"/>
                      </a:ext>
                    </a:extLst>
                  </a:gridCol>
                  <a:gridCol w="974234">
                    <a:extLst>
                      <a:ext uri="{9D8B030D-6E8A-4147-A177-3AD203B41FA5}">
                        <a16:colId xmlns:a16="http://schemas.microsoft.com/office/drawing/2014/main" val="20001"/>
                      </a:ext>
                    </a:extLst>
                  </a:gridCol>
                  <a:gridCol w="1036857">
                    <a:extLst>
                      <a:ext uri="{9D8B030D-6E8A-4147-A177-3AD203B41FA5}">
                        <a16:colId xmlns:a16="http://schemas.microsoft.com/office/drawing/2014/main" val="20002"/>
                      </a:ext>
                    </a:extLst>
                  </a:gridCol>
                </a:tblGrid>
                <a:tr h="0">
                  <a:tc>
                    <a:txBody>
                      <a:bodyPr/>
                      <a:lstStyle/>
                      <a:p>
                        <a:pPr marL="0" lvl="0" indent="0" algn="r" rtl="0">
                          <a:spcBef>
                            <a:spcPts val="0"/>
                          </a:spcBef>
                          <a:spcAft>
                            <a:spcPts val="0"/>
                          </a:spcAft>
                          <a:buNone/>
                        </a:pPr>
                        <a:r>
                          <a:rPr lang="es-ES" sz="1400" b="1" dirty="0">
                            <a:latin typeface="Consolas" panose="020B0609020204030204" pitchFamily="49" charset="0"/>
                            <a:ea typeface="Courier New"/>
                            <a:cs typeface="Courier New"/>
                            <a:sym typeface="Courier New"/>
                          </a:rPr>
                          <a:t>Dirección</a:t>
                        </a:r>
                        <a:endParaRPr sz="1400" b="1" dirty="0">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s-ES" sz="1400" b="1">
                            <a:latin typeface="Consolas" panose="020B0609020204030204" pitchFamily="49" charset="0"/>
                            <a:ea typeface="Courier New"/>
                            <a:cs typeface="Courier New"/>
                            <a:sym typeface="Courier New"/>
                          </a:rPr>
                          <a:t>Valor</a:t>
                        </a:r>
                        <a:endParaRPr sz="1400" b="1">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r>
                          <a:rPr lang="es-ES" sz="1400" b="1" dirty="0">
                            <a:latin typeface="Consolas" panose="020B0609020204030204" pitchFamily="49" charset="0"/>
                            <a:ea typeface="Courier New"/>
                            <a:cs typeface="Courier New"/>
                            <a:sym typeface="Courier New"/>
                          </a:rPr>
                          <a:t>Variable</a:t>
                        </a:r>
                        <a:endParaRPr sz="1400" b="1" dirty="0">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r" rtl="0">
                          <a:spcBef>
                            <a:spcPts val="0"/>
                          </a:spcBef>
                          <a:spcAft>
                            <a:spcPts val="0"/>
                          </a:spcAft>
                          <a:buNone/>
                        </a:pPr>
                        <a:r>
                          <a:rPr lang="es-ES" sz="1050">
                            <a:latin typeface="Consolas" panose="020B0609020204030204" pitchFamily="49" charset="0"/>
                            <a:ea typeface="Courier New"/>
                            <a:cs typeface="Courier New"/>
                            <a:sym typeface="Courier New"/>
                          </a:rPr>
                          <a:t>...</a:t>
                        </a: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r" rtl="0">
                          <a:spcBef>
                            <a:spcPts val="0"/>
                          </a:spcBef>
                          <a:spcAft>
                            <a:spcPts val="0"/>
                          </a:spcAft>
                          <a:buNone/>
                        </a:pPr>
                        <a:r>
                          <a:rPr lang="es-ES" sz="1050">
                            <a:solidFill>
                              <a:schemeClr val="dk1"/>
                            </a:solidFill>
                            <a:highlight>
                              <a:srgbClr val="FFFF00"/>
                            </a:highlight>
                            <a:latin typeface="Consolas" panose="020B0609020204030204" pitchFamily="49" charset="0"/>
                            <a:ea typeface="Courier New"/>
                            <a:cs typeface="Courier New"/>
                            <a:sym typeface="Courier New"/>
                          </a:rPr>
                          <a:t>0x200000</a:t>
                        </a:r>
                        <a:endParaRPr sz="1050">
                          <a:highlight>
                            <a:srgbClr val="FFFF00"/>
                          </a:highlight>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s-ES" sz="1050">
                            <a:latin typeface="Consolas" panose="020B0609020204030204" pitchFamily="49" charset="0"/>
                            <a:ea typeface="Courier New"/>
                            <a:cs typeface="Courier New"/>
                            <a:sym typeface="Courier New"/>
                          </a:rPr>
                          <a:t>0</a:t>
                        </a: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r>
                          <a:rPr lang="es-ES" sz="1050">
                            <a:latin typeface="Consolas" panose="020B0609020204030204" pitchFamily="49" charset="0"/>
                            <a:ea typeface="Courier New"/>
                            <a:cs typeface="Courier New"/>
                            <a:sym typeface="Courier New"/>
                          </a:rPr>
                          <a:t>*p</a:t>
                        </a: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r" rtl="0">
                          <a:spcBef>
                            <a:spcPts val="0"/>
                          </a:spcBef>
                          <a:spcAft>
                            <a:spcPts val="0"/>
                          </a:spcAft>
                          <a:buNone/>
                        </a:pPr>
                        <a:r>
                          <a:rPr lang="es-ES" sz="1050">
                            <a:solidFill>
                              <a:schemeClr val="dk1"/>
                            </a:solidFill>
                            <a:latin typeface="Consolas" panose="020B0609020204030204" pitchFamily="49" charset="0"/>
                            <a:ea typeface="Courier New"/>
                            <a:cs typeface="Courier New"/>
                            <a:sym typeface="Courier New"/>
                          </a:rPr>
                          <a:t>...</a:t>
                        </a:r>
                        <a:endParaRPr sz="1050">
                          <a:solidFill>
                            <a:schemeClr val="dk1"/>
                          </a:solidFill>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r" rtl="0">
                          <a:spcBef>
                            <a:spcPts val="0"/>
                          </a:spcBef>
                          <a:spcAft>
                            <a:spcPts val="0"/>
                          </a:spcAft>
                          <a:buNone/>
                        </a:pPr>
                        <a:r>
                          <a:rPr lang="es-ES" sz="1050">
                            <a:solidFill>
                              <a:schemeClr val="dk1"/>
                            </a:solidFill>
                            <a:latin typeface="Consolas" panose="020B0609020204030204" pitchFamily="49" charset="0"/>
                            <a:ea typeface="Courier New"/>
                            <a:cs typeface="Courier New"/>
                            <a:sym typeface="Courier New"/>
                          </a:rPr>
                          <a:t>&amp;p</a:t>
                        </a:r>
                        <a:endParaRPr sz="1050">
                          <a:solidFill>
                            <a:schemeClr val="dk1"/>
                          </a:solidFill>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r>
                          <a:rPr lang="es-ES" sz="1050">
                            <a:latin typeface="Consolas" panose="020B0609020204030204" pitchFamily="49" charset="0"/>
                            <a:ea typeface="Courier New"/>
                            <a:cs typeface="Courier New"/>
                            <a:sym typeface="Courier New"/>
                          </a:rPr>
                          <a:t>p</a:t>
                        </a: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r" rtl="0">
                          <a:spcBef>
                            <a:spcPts val="0"/>
                          </a:spcBef>
                          <a:spcAft>
                            <a:spcPts val="0"/>
                          </a:spcAft>
                          <a:buNone/>
                        </a:pPr>
                        <a:r>
                          <a:rPr lang="es-ES" sz="1050">
                            <a:solidFill>
                              <a:schemeClr val="dk1"/>
                            </a:solidFill>
                            <a:latin typeface="Consolas" panose="020B0609020204030204" pitchFamily="49" charset="0"/>
                            <a:ea typeface="Courier New"/>
                            <a:cs typeface="Courier New"/>
                            <a:sym typeface="Courier New"/>
                          </a:rPr>
                          <a:t>...</a:t>
                        </a:r>
                        <a:endParaRPr sz="1050">
                          <a:solidFill>
                            <a:schemeClr val="dk1"/>
                          </a:solidFill>
                          <a:latin typeface="Consolas" panose="020B0609020204030204" pitchFamily="49" charset="0"/>
                          <a:ea typeface="Courier New"/>
                          <a:cs typeface="Courier New"/>
                          <a:sym typeface="Courier New"/>
                        </a:endParaRPr>
                      </a:p>
                    </a:txBody>
                    <a:tcPr marL="91425" marR="91425" marT="91425" marB="91425">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sz="105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sz="1050" dirty="0">
                          <a:latin typeface="Consolas" panose="020B0609020204030204" pitchFamily="49" charset="0"/>
                          <a:ea typeface="Courier New"/>
                          <a:cs typeface="Courier New"/>
                          <a:sym typeface="Courier New"/>
                        </a:endParaRPr>
                      </a:p>
                    </a:txBody>
                    <a:tcPr marL="91425" marR="91425" marT="91425" marB="91425">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cxnSp>
          <p:nvCxnSpPr>
            <p:cNvPr id="446" name="Google Shape;446;p30"/>
            <p:cNvCxnSpPr/>
            <p:nvPr/>
          </p:nvCxnSpPr>
          <p:spPr>
            <a:xfrm rot="10800000">
              <a:off x="2320816" y="5376524"/>
              <a:ext cx="0" cy="758100"/>
            </a:xfrm>
            <a:prstGeom prst="straightConnector1">
              <a:avLst/>
            </a:prstGeom>
            <a:noFill/>
            <a:ln w="19050" cap="flat" cmpd="sng">
              <a:solidFill>
                <a:schemeClr val="dk2"/>
              </a:solidFill>
              <a:prstDash val="solid"/>
              <a:round/>
              <a:headEnd type="none" w="med" len="med"/>
              <a:tailEnd type="triangle" w="med" len="med"/>
            </a:ln>
          </p:spPr>
        </p:cxnSp>
      </p:grpSp>
      <p:cxnSp>
        <p:nvCxnSpPr>
          <p:cNvPr id="447" name="Google Shape;447;p30"/>
          <p:cNvCxnSpPr/>
          <p:nvPr/>
        </p:nvCxnSpPr>
        <p:spPr>
          <a:xfrm rot="10800000">
            <a:off x="5053714" y="5411245"/>
            <a:ext cx="0" cy="758100"/>
          </a:xfrm>
          <a:prstGeom prst="straightConnector1">
            <a:avLst/>
          </a:prstGeom>
          <a:noFill/>
          <a:ln w="19050" cap="flat" cmpd="sng">
            <a:solidFill>
              <a:schemeClr val="dk2"/>
            </a:solidFill>
            <a:prstDash val="solid"/>
            <a:round/>
            <a:headEnd type="none" w="med" len="med"/>
            <a:tailEnd type="triangle" w="med" len="med"/>
          </a:ln>
        </p:spPr>
      </p:cxnSp>
      <p:sp>
        <p:nvSpPr>
          <p:cNvPr id="17" name="Google Shape;437;p30">
            <a:extLst>
              <a:ext uri="{FF2B5EF4-FFF2-40B4-BE49-F238E27FC236}">
                <a16:creationId xmlns:a16="http://schemas.microsoft.com/office/drawing/2014/main" id="{346BBA13-9AFC-4898-8E60-3B87CFC0E064}"/>
              </a:ext>
            </a:extLst>
          </p:cNvPr>
          <p:cNvSpPr/>
          <p:nvPr/>
        </p:nvSpPr>
        <p:spPr>
          <a:xfrm>
            <a:off x="722408" y="3945596"/>
            <a:ext cx="575450" cy="529943"/>
          </a:xfrm>
          <a:prstGeom prst="ellipse">
            <a:avLst/>
          </a:prstGeom>
          <a:solidFill>
            <a:srgbClr val="C9DAF8"/>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400" b="1" dirty="0">
                <a:latin typeface="Consolas" panose="020B0609020204030204" pitchFamily="49" charset="0"/>
                <a:ea typeface="Courier New"/>
                <a:cs typeface="Courier New"/>
                <a:sym typeface="Courier New"/>
              </a:rPr>
              <a:t>P1</a:t>
            </a:r>
            <a:endParaRPr sz="1400" b="1" dirty="0">
              <a:latin typeface="Consolas" panose="020B0609020204030204" pitchFamily="49" charset="0"/>
              <a:ea typeface="Courier New"/>
              <a:cs typeface="Courier New"/>
              <a:sym typeface="Courier New"/>
            </a:endParaRPr>
          </a:p>
        </p:txBody>
      </p:sp>
      <p:sp>
        <p:nvSpPr>
          <p:cNvPr id="18" name="Google Shape;438;p30">
            <a:extLst>
              <a:ext uri="{FF2B5EF4-FFF2-40B4-BE49-F238E27FC236}">
                <a16:creationId xmlns:a16="http://schemas.microsoft.com/office/drawing/2014/main" id="{B562AEDB-BEB8-4BD1-A5ED-D19FBAB47584}"/>
              </a:ext>
            </a:extLst>
          </p:cNvPr>
          <p:cNvSpPr txBox="1"/>
          <p:nvPr/>
        </p:nvSpPr>
        <p:spPr>
          <a:xfrm>
            <a:off x="1443884" y="4024064"/>
            <a:ext cx="1704600" cy="40007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ES" sz="1400" dirty="0">
                <a:solidFill>
                  <a:srgbClr val="24292E"/>
                </a:solidFill>
                <a:highlight>
                  <a:srgbClr val="C9DAF8"/>
                </a:highlight>
                <a:latin typeface="Consolas" panose="020B0609020204030204" pitchFamily="49" charset="0"/>
                <a:ea typeface="Courier New"/>
                <a:cs typeface="Courier New"/>
                <a:sym typeface="Courier New"/>
              </a:rPr>
              <a:t>pid(P1)= 21113</a:t>
            </a:r>
            <a:endParaRPr sz="1400" dirty="0">
              <a:highlight>
                <a:srgbClr val="C9DAF8"/>
              </a:highlight>
              <a:latin typeface="Consolas" panose="020B0609020204030204" pitchFamily="49" charset="0"/>
            </a:endParaRPr>
          </a:p>
        </p:txBody>
      </p:sp>
      <p:sp>
        <p:nvSpPr>
          <p:cNvPr id="19" name="Google Shape;439;p30">
            <a:extLst>
              <a:ext uri="{FF2B5EF4-FFF2-40B4-BE49-F238E27FC236}">
                <a16:creationId xmlns:a16="http://schemas.microsoft.com/office/drawing/2014/main" id="{BFB98F35-BFC3-416B-9A69-858FA48828FC}"/>
              </a:ext>
            </a:extLst>
          </p:cNvPr>
          <p:cNvSpPr/>
          <p:nvPr/>
        </p:nvSpPr>
        <p:spPr>
          <a:xfrm>
            <a:off x="3630675" y="3945596"/>
            <a:ext cx="593769" cy="556301"/>
          </a:xfrm>
          <a:prstGeom prst="ellipse">
            <a:avLst/>
          </a:prstGeom>
          <a:solidFill>
            <a:schemeClr val="accent2">
              <a:lumMod val="40000"/>
              <a:lumOff val="60000"/>
            </a:schemeClr>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400" b="1" dirty="0">
                <a:latin typeface="Consolas" panose="020B0609020204030204" pitchFamily="49" charset="0"/>
                <a:ea typeface="Courier New"/>
                <a:cs typeface="Courier New"/>
                <a:sym typeface="Courier New"/>
              </a:rPr>
              <a:t>P2</a:t>
            </a:r>
            <a:endParaRPr sz="1400" b="1" dirty="0">
              <a:latin typeface="Consolas" panose="020B0609020204030204" pitchFamily="49" charset="0"/>
              <a:ea typeface="Courier New"/>
              <a:cs typeface="Courier New"/>
              <a:sym typeface="Courier New"/>
            </a:endParaRPr>
          </a:p>
        </p:txBody>
      </p:sp>
      <p:sp>
        <p:nvSpPr>
          <p:cNvPr id="20" name="Google Shape;440;p30">
            <a:extLst>
              <a:ext uri="{FF2B5EF4-FFF2-40B4-BE49-F238E27FC236}">
                <a16:creationId xmlns:a16="http://schemas.microsoft.com/office/drawing/2014/main" id="{24D242CD-3EF1-4120-85C0-2A61578DDF22}"/>
              </a:ext>
            </a:extLst>
          </p:cNvPr>
          <p:cNvSpPr txBox="1"/>
          <p:nvPr/>
        </p:nvSpPr>
        <p:spPr>
          <a:xfrm>
            <a:off x="4376737" y="4030962"/>
            <a:ext cx="1704600" cy="40007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ES" sz="1400" dirty="0">
                <a:solidFill>
                  <a:srgbClr val="24292E"/>
                </a:solidFill>
                <a:highlight>
                  <a:srgbClr val="F4CCCC"/>
                </a:highlight>
                <a:latin typeface="Consolas" panose="020B0609020204030204" pitchFamily="49" charset="0"/>
                <a:ea typeface="Courier New"/>
                <a:cs typeface="Courier New"/>
                <a:sym typeface="Courier New"/>
              </a:rPr>
              <a:t>pid(P2)= 21114</a:t>
            </a:r>
            <a:endParaRPr sz="1400" dirty="0">
              <a:highlight>
                <a:srgbClr val="F4CCCC"/>
              </a:highlight>
              <a:latin typeface="Consolas" panose="020B0609020204030204" pitchFamily="49" charset="0"/>
            </a:endParaRPr>
          </a:p>
        </p:txBody>
      </p:sp>
      <p:sp>
        <p:nvSpPr>
          <p:cNvPr id="23" name="CuadroTexto 22">
            <a:extLst>
              <a:ext uri="{FF2B5EF4-FFF2-40B4-BE49-F238E27FC236}">
                <a16:creationId xmlns:a16="http://schemas.microsoft.com/office/drawing/2014/main" id="{FE27BF89-8408-4EEB-B12B-B5C7C52EE084}"/>
              </a:ext>
            </a:extLst>
          </p:cNvPr>
          <p:cNvSpPr txBox="1"/>
          <p:nvPr/>
        </p:nvSpPr>
        <p:spPr>
          <a:xfrm>
            <a:off x="9229195" y="1322765"/>
            <a:ext cx="2046155" cy="369332"/>
          </a:xfrm>
          <a:prstGeom prst="rect">
            <a:avLst/>
          </a:prstGeom>
          <a:noFill/>
        </p:spPr>
        <p:txBody>
          <a:bodyPr wrap="square" rtlCol="0">
            <a:spAutoFit/>
          </a:bodyPr>
          <a:lstStyle/>
          <a:p>
            <a:pPr algn="ctr"/>
            <a:r>
              <a:rPr lang="es-CO" b="1" dirty="0">
                <a:latin typeface="Consolas" panose="020B0609020204030204" pitchFamily="49" charset="0"/>
              </a:rPr>
              <a:t>Memoria física</a:t>
            </a:r>
          </a:p>
        </p:txBody>
      </p:sp>
      <p:grpSp>
        <p:nvGrpSpPr>
          <p:cNvPr id="24" name="Grupo 23">
            <a:extLst>
              <a:ext uri="{FF2B5EF4-FFF2-40B4-BE49-F238E27FC236}">
                <a16:creationId xmlns:a16="http://schemas.microsoft.com/office/drawing/2014/main" id="{ED07F937-0953-4193-A6E9-021E6C3D0A9B}"/>
              </a:ext>
            </a:extLst>
          </p:cNvPr>
          <p:cNvGrpSpPr/>
          <p:nvPr/>
        </p:nvGrpSpPr>
        <p:grpSpPr>
          <a:xfrm>
            <a:off x="6528659" y="2974111"/>
            <a:ext cx="731100" cy="1090916"/>
            <a:chOff x="5902719" y="2562847"/>
            <a:chExt cx="731100" cy="1090916"/>
          </a:xfrm>
        </p:grpSpPr>
        <p:grpSp>
          <p:nvGrpSpPr>
            <p:cNvPr id="25" name="Grupo 24">
              <a:extLst>
                <a:ext uri="{FF2B5EF4-FFF2-40B4-BE49-F238E27FC236}">
                  <a16:creationId xmlns:a16="http://schemas.microsoft.com/office/drawing/2014/main" id="{8B57D8A9-AC3D-4CE9-9DB1-05EC9D6A03DE}"/>
                </a:ext>
              </a:extLst>
            </p:cNvPr>
            <p:cNvGrpSpPr/>
            <p:nvPr/>
          </p:nvGrpSpPr>
          <p:grpSpPr>
            <a:xfrm>
              <a:off x="5902719" y="2922663"/>
              <a:ext cx="731100" cy="731100"/>
              <a:chOff x="5902719" y="2922663"/>
              <a:chExt cx="731100" cy="731100"/>
            </a:xfrm>
          </p:grpSpPr>
          <p:sp>
            <p:nvSpPr>
              <p:cNvPr id="27" name="Google Shape;425;p29">
                <a:extLst>
                  <a:ext uri="{FF2B5EF4-FFF2-40B4-BE49-F238E27FC236}">
                    <a16:creationId xmlns:a16="http://schemas.microsoft.com/office/drawing/2014/main" id="{B8B0BE24-E42F-471A-A7D5-A678C82BFA20}"/>
                  </a:ext>
                </a:extLst>
              </p:cNvPr>
              <p:cNvSpPr/>
              <p:nvPr/>
            </p:nvSpPr>
            <p:spPr>
              <a:xfrm>
                <a:off x="5902719" y="2922663"/>
                <a:ext cx="731100" cy="731100"/>
              </a:xfrm>
              <a:prstGeom prst="ellipse">
                <a:avLst/>
              </a:prstGeom>
              <a:solidFill>
                <a:srgbClr val="C9DAF8"/>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dirty="0">
                  <a:latin typeface="Consolas" panose="020B0609020204030204" pitchFamily="49" charset="0"/>
                  <a:ea typeface="Courier New"/>
                  <a:cs typeface="Courier New"/>
                  <a:sym typeface="Courier New"/>
                </a:endParaRPr>
              </a:p>
            </p:txBody>
          </p:sp>
          <p:grpSp>
            <p:nvGrpSpPr>
              <p:cNvPr id="28" name="Grupo 27">
                <a:extLst>
                  <a:ext uri="{FF2B5EF4-FFF2-40B4-BE49-F238E27FC236}">
                    <a16:creationId xmlns:a16="http://schemas.microsoft.com/office/drawing/2014/main" id="{8C1A8918-A50B-417B-85AB-0819D2750615}"/>
                  </a:ext>
                </a:extLst>
              </p:cNvPr>
              <p:cNvGrpSpPr/>
              <p:nvPr/>
            </p:nvGrpSpPr>
            <p:grpSpPr>
              <a:xfrm>
                <a:off x="6063540" y="3097569"/>
                <a:ext cx="402694" cy="400320"/>
                <a:chOff x="6063540" y="3097569"/>
                <a:chExt cx="402694" cy="400320"/>
              </a:xfrm>
            </p:grpSpPr>
            <mc:AlternateContent xmlns:mc="http://schemas.openxmlformats.org/markup-compatibility/2006" xmlns:p14="http://schemas.microsoft.com/office/powerpoint/2010/main">
              <mc:Choice Requires="p14">
                <p:contentPart p14:bwMode="auto" r:id="rId3">
                  <p14:nvContentPartPr>
                    <p14:cNvPr id="29" name="Entrada de lápiz 28">
                      <a:extLst>
                        <a:ext uri="{FF2B5EF4-FFF2-40B4-BE49-F238E27FC236}">
                          <a16:creationId xmlns:a16="http://schemas.microsoft.com/office/drawing/2014/main" id="{BE1D0B39-D2CD-4857-A8AB-20817724F1B3}"/>
                        </a:ext>
                      </a:extLst>
                    </p14:cNvPr>
                    <p14:cNvContentPartPr/>
                    <p14:nvPr/>
                  </p14:nvContentPartPr>
                  <p14:xfrm>
                    <a:off x="6063540" y="3097569"/>
                    <a:ext cx="70560" cy="400320"/>
                  </p14:xfrm>
                </p:contentPart>
              </mc:Choice>
              <mc:Fallback xmlns="">
                <p:pic>
                  <p:nvPicPr>
                    <p:cNvPr id="29" name="Entrada de lápiz 28">
                      <a:extLst>
                        <a:ext uri="{FF2B5EF4-FFF2-40B4-BE49-F238E27FC236}">
                          <a16:creationId xmlns:a16="http://schemas.microsoft.com/office/drawing/2014/main" id="{BE1D0B39-D2CD-4857-A8AB-20817724F1B3}"/>
                        </a:ext>
                      </a:extLst>
                    </p:cNvPr>
                    <p:cNvPicPr/>
                    <p:nvPr/>
                  </p:nvPicPr>
                  <p:blipFill>
                    <a:blip r:embed="rId4"/>
                    <a:stretch>
                      <a:fillRect/>
                    </a:stretch>
                  </p:blipFill>
                  <p:spPr>
                    <a:xfrm>
                      <a:off x="6059220" y="3093249"/>
                      <a:ext cx="79200" cy="408960"/>
                    </a:xfrm>
                    <a:prstGeom prst="rect">
                      <a:avLst/>
                    </a:prstGeom>
                  </p:spPr>
                </p:pic>
              </mc:Fallback>
            </mc:AlternateContent>
            <p:grpSp>
              <p:nvGrpSpPr>
                <p:cNvPr id="30" name="Grupo 29">
                  <a:extLst>
                    <a:ext uri="{FF2B5EF4-FFF2-40B4-BE49-F238E27FC236}">
                      <a16:creationId xmlns:a16="http://schemas.microsoft.com/office/drawing/2014/main" id="{4148AEF9-FF98-4625-804D-410CC8329393}"/>
                    </a:ext>
                  </a:extLst>
                </p:cNvPr>
                <p:cNvGrpSpPr/>
                <p:nvPr/>
              </p:nvGrpSpPr>
              <p:grpSpPr>
                <a:xfrm>
                  <a:off x="6237634" y="3147427"/>
                  <a:ext cx="228600" cy="281573"/>
                  <a:chOff x="6237634" y="3147427"/>
                  <a:chExt cx="228600" cy="281573"/>
                </a:xfrm>
              </p:grpSpPr>
              <p:sp>
                <p:nvSpPr>
                  <p:cNvPr id="31" name="Rectángulo 30">
                    <a:extLst>
                      <a:ext uri="{FF2B5EF4-FFF2-40B4-BE49-F238E27FC236}">
                        <a16:creationId xmlns:a16="http://schemas.microsoft.com/office/drawing/2014/main" id="{27C0B896-BEC8-4DFE-A618-E79E3FD6D54A}"/>
                      </a:ext>
                    </a:extLst>
                  </p:cNvPr>
                  <p:cNvSpPr/>
                  <p:nvPr/>
                </p:nvSpPr>
                <p:spPr>
                  <a:xfrm>
                    <a:off x="6237634" y="3147427"/>
                    <a:ext cx="228600" cy="28157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32" name="Conector recto 31">
                    <a:extLst>
                      <a:ext uri="{FF2B5EF4-FFF2-40B4-BE49-F238E27FC236}">
                        <a16:creationId xmlns:a16="http://schemas.microsoft.com/office/drawing/2014/main" id="{54B57212-8035-4159-985E-DE324D5A9544}"/>
                      </a:ext>
                    </a:extLst>
                  </p:cNvPr>
                  <p:cNvCxnSpPr>
                    <a:stCxn id="31" idx="1"/>
                    <a:endCxn id="31" idx="3"/>
                  </p:cNvCxnSpPr>
                  <p:nvPr/>
                </p:nvCxnSpPr>
                <p:spPr>
                  <a:xfrm>
                    <a:off x="6237634" y="3288214"/>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Conector recto 32">
                    <a:extLst>
                      <a:ext uri="{FF2B5EF4-FFF2-40B4-BE49-F238E27FC236}">
                        <a16:creationId xmlns:a16="http://schemas.microsoft.com/office/drawing/2014/main" id="{298DFFC4-D1CA-4530-AE98-1CDC3BFA067A}"/>
                      </a:ext>
                    </a:extLst>
                  </p:cNvPr>
                  <p:cNvCxnSpPr/>
                  <p:nvPr/>
                </p:nvCxnSpPr>
                <p:spPr>
                  <a:xfrm>
                    <a:off x="6237634" y="3219158"/>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ector recto 33">
                    <a:extLst>
                      <a:ext uri="{FF2B5EF4-FFF2-40B4-BE49-F238E27FC236}">
                        <a16:creationId xmlns:a16="http://schemas.microsoft.com/office/drawing/2014/main" id="{48ECC79A-9914-4D0F-A917-80017926A155}"/>
                      </a:ext>
                    </a:extLst>
                  </p:cNvPr>
                  <p:cNvCxnSpPr/>
                  <p:nvPr/>
                </p:nvCxnSpPr>
                <p:spPr>
                  <a:xfrm>
                    <a:off x="6237634" y="3359652"/>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26" name="CuadroTexto 25">
              <a:extLst>
                <a:ext uri="{FF2B5EF4-FFF2-40B4-BE49-F238E27FC236}">
                  <a16:creationId xmlns:a16="http://schemas.microsoft.com/office/drawing/2014/main" id="{974DEC11-1155-43CE-8617-D71A5EBD2937}"/>
                </a:ext>
              </a:extLst>
            </p:cNvPr>
            <p:cNvSpPr txBox="1"/>
            <p:nvPr/>
          </p:nvSpPr>
          <p:spPr>
            <a:xfrm>
              <a:off x="5991281" y="2562847"/>
              <a:ext cx="574211" cy="369332"/>
            </a:xfrm>
            <a:prstGeom prst="rect">
              <a:avLst/>
            </a:prstGeom>
            <a:noFill/>
          </p:spPr>
          <p:txBody>
            <a:bodyPr wrap="square" rtlCol="0">
              <a:spAutoFit/>
            </a:bodyPr>
            <a:lstStyle/>
            <a:p>
              <a:pPr algn="ctr"/>
              <a:r>
                <a:rPr lang="es-CO" b="1" dirty="0">
                  <a:latin typeface="Consolas" panose="020B0609020204030204" pitchFamily="49" charset="0"/>
                </a:rPr>
                <a:t>P1</a:t>
              </a:r>
            </a:p>
          </p:txBody>
        </p:sp>
      </p:grpSp>
      <p:grpSp>
        <p:nvGrpSpPr>
          <p:cNvPr id="35" name="Grupo 34">
            <a:extLst>
              <a:ext uri="{FF2B5EF4-FFF2-40B4-BE49-F238E27FC236}">
                <a16:creationId xmlns:a16="http://schemas.microsoft.com/office/drawing/2014/main" id="{316B32A4-ABB0-4A18-836A-469D6CD9795C}"/>
              </a:ext>
            </a:extLst>
          </p:cNvPr>
          <p:cNvGrpSpPr/>
          <p:nvPr/>
        </p:nvGrpSpPr>
        <p:grpSpPr>
          <a:xfrm>
            <a:off x="6511079" y="4524619"/>
            <a:ext cx="731100" cy="1090916"/>
            <a:chOff x="5902719" y="2562847"/>
            <a:chExt cx="731100" cy="1090916"/>
          </a:xfrm>
        </p:grpSpPr>
        <p:grpSp>
          <p:nvGrpSpPr>
            <p:cNvPr id="36" name="Grupo 35">
              <a:extLst>
                <a:ext uri="{FF2B5EF4-FFF2-40B4-BE49-F238E27FC236}">
                  <a16:creationId xmlns:a16="http://schemas.microsoft.com/office/drawing/2014/main" id="{BED79015-64B3-45BD-BFE9-858509A0A1C5}"/>
                </a:ext>
              </a:extLst>
            </p:cNvPr>
            <p:cNvGrpSpPr/>
            <p:nvPr/>
          </p:nvGrpSpPr>
          <p:grpSpPr>
            <a:xfrm>
              <a:off x="5902719" y="2922663"/>
              <a:ext cx="731100" cy="731100"/>
              <a:chOff x="5902719" y="2922663"/>
              <a:chExt cx="731100" cy="731100"/>
            </a:xfrm>
          </p:grpSpPr>
          <p:sp>
            <p:nvSpPr>
              <p:cNvPr id="38" name="Google Shape;425;p29">
                <a:extLst>
                  <a:ext uri="{FF2B5EF4-FFF2-40B4-BE49-F238E27FC236}">
                    <a16:creationId xmlns:a16="http://schemas.microsoft.com/office/drawing/2014/main" id="{81D06C26-EEE1-4EE4-8BFC-9C607759A36F}"/>
                  </a:ext>
                </a:extLst>
              </p:cNvPr>
              <p:cNvSpPr/>
              <p:nvPr/>
            </p:nvSpPr>
            <p:spPr>
              <a:xfrm>
                <a:off x="5902719" y="2922663"/>
                <a:ext cx="731100" cy="731100"/>
              </a:xfrm>
              <a:prstGeom prst="ellipse">
                <a:avLst/>
              </a:prstGeom>
              <a:solidFill>
                <a:schemeClr val="accent2">
                  <a:lumMod val="40000"/>
                  <a:lumOff val="60000"/>
                </a:schemeClr>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dirty="0">
                  <a:latin typeface="Consolas" panose="020B0609020204030204" pitchFamily="49" charset="0"/>
                  <a:ea typeface="Courier New"/>
                  <a:cs typeface="Courier New"/>
                  <a:sym typeface="Courier New"/>
                </a:endParaRPr>
              </a:p>
            </p:txBody>
          </p:sp>
          <p:grpSp>
            <p:nvGrpSpPr>
              <p:cNvPr id="39" name="Grupo 38">
                <a:extLst>
                  <a:ext uri="{FF2B5EF4-FFF2-40B4-BE49-F238E27FC236}">
                    <a16:creationId xmlns:a16="http://schemas.microsoft.com/office/drawing/2014/main" id="{655A6491-B977-4122-9FAA-DFF7869B7060}"/>
                  </a:ext>
                </a:extLst>
              </p:cNvPr>
              <p:cNvGrpSpPr/>
              <p:nvPr/>
            </p:nvGrpSpPr>
            <p:grpSpPr>
              <a:xfrm>
                <a:off x="6063540" y="3097569"/>
                <a:ext cx="402694" cy="400320"/>
                <a:chOff x="6063540" y="3097569"/>
                <a:chExt cx="402694" cy="400320"/>
              </a:xfrm>
            </p:grpSpPr>
            <mc:AlternateContent xmlns:mc="http://schemas.openxmlformats.org/markup-compatibility/2006" xmlns:p14="http://schemas.microsoft.com/office/powerpoint/2010/main">
              <mc:Choice Requires="p14">
                <p:contentPart p14:bwMode="auto" r:id="rId5">
                  <p14:nvContentPartPr>
                    <p14:cNvPr id="40" name="Entrada de lápiz 39">
                      <a:extLst>
                        <a:ext uri="{FF2B5EF4-FFF2-40B4-BE49-F238E27FC236}">
                          <a16:creationId xmlns:a16="http://schemas.microsoft.com/office/drawing/2014/main" id="{521398F4-EFD2-4F78-85D7-68060EC5E228}"/>
                        </a:ext>
                      </a:extLst>
                    </p14:cNvPr>
                    <p14:cNvContentPartPr/>
                    <p14:nvPr/>
                  </p14:nvContentPartPr>
                  <p14:xfrm>
                    <a:off x="6063540" y="3097569"/>
                    <a:ext cx="70560" cy="400320"/>
                  </p14:xfrm>
                </p:contentPart>
              </mc:Choice>
              <mc:Fallback xmlns="">
                <p:pic>
                  <p:nvPicPr>
                    <p:cNvPr id="40" name="Entrada de lápiz 39">
                      <a:extLst>
                        <a:ext uri="{FF2B5EF4-FFF2-40B4-BE49-F238E27FC236}">
                          <a16:creationId xmlns:a16="http://schemas.microsoft.com/office/drawing/2014/main" id="{521398F4-EFD2-4F78-85D7-68060EC5E228}"/>
                        </a:ext>
                      </a:extLst>
                    </p:cNvPr>
                    <p:cNvPicPr/>
                    <p:nvPr/>
                  </p:nvPicPr>
                  <p:blipFill>
                    <a:blip r:embed="rId4"/>
                    <a:stretch>
                      <a:fillRect/>
                    </a:stretch>
                  </p:blipFill>
                  <p:spPr>
                    <a:xfrm>
                      <a:off x="6059220" y="3093249"/>
                      <a:ext cx="79200" cy="408960"/>
                    </a:xfrm>
                    <a:prstGeom prst="rect">
                      <a:avLst/>
                    </a:prstGeom>
                  </p:spPr>
                </p:pic>
              </mc:Fallback>
            </mc:AlternateContent>
            <p:grpSp>
              <p:nvGrpSpPr>
                <p:cNvPr id="41" name="Grupo 40">
                  <a:extLst>
                    <a:ext uri="{FF2B5EF4-FFF2-40B4-BE49-F238E27FC236}">
                      <a16:creationId xmlns:a16="http://schemas.microsoft.com/office/drawing/2014/main" id="{F7C3FCB6-CFEA-4BBE-8DCC-2666F4FD5FDA}"/>
                    </a:ext>
                  </a:extLst>
                </p:cNvPr>
                <p:cNvGrpSpPr/>
                <p:nvPr/>
              </p:nvGrpSpPr>
              <p:grpSpPr>
                <a:xfrm>
                  <a:off x="6237634" y="3147427"/>
                  <a:ext cx="228600" cy="281573"/>
                  <a:chOff x="6237634" y="3147427"/>
                  <a:chExt cx="228600" cy="281573"/>
                </a:xfrm>
              </p:grpSpPr>
              <p:sp>
                <p:nvSpPr>
                  <p:cNvPr id="42" name="Rectángulo 41">
                    <a:extLst>
                      <a:ext uri="{FF2B5EF4-FFF2-40B4-BE49-F238E27FC236}">
                        <a16:creationId xmlns:a16="http://schemas.microsoft.com/office/drawing/2014/main" id="{3C1A1F0C-D1BB-4942-9AC1-ED188CC41306}"/>
                      </a:ext>
                    </a:extLst>
                  </p:cNvPr>
                  <p:cNvSpPr/>
                  <p:nvPr/>
                </p:nvSpPr>
                <p:spPr>
                  <a:xfrm>
                    <a:off x="6237634" y="3147427"/>
                    <a:ext cx="228600" cy="28157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43" name="Conector recto 42">
                    <a:extLst>
                      <a:ext uri="{FF2B5EF4-FFF2-40B4-BE49-F238E27FC236}">
                        <a16:creationId xmlns:a16="http://schemas.microsoft.com/office/drawing/2014/main" id="{F0CF0F09-B3C8-4BE5-82DB-9A494C9D0791}"/>
                      </a:ext>
                    </a:extLst>
                  </p:cNvPr>
                  <p:cNvCxnSpPr>
                    <a:stCxn id="42" idx="1"/>
                    <a:endCxn id="42" idx="3"/>
                  </p:cNvCxnSpPr>
                  <p:nvPr/>
                </p:nvCxnSpPr>
                <p:spPr>
                  <a:xfrm>
                    <a:off x="6237634" y="3288214"/>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23715909-ECA6-4754-8A4C-F0EDEF2C8752}"/>
                      </a:ext>
                    </a:extLst>
                  </p:cNvPr>
                  <p:cNvCxnSpPr/>
                  <p:nvPr/>
                </p:nvCxnSpPr>
                <p:spPr>
                  <a:xfrm>
                    <a:off x="6237634" y="3219158"/>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Conector recto 44">
                    <a:extLst>
                      <a:ext uri="{FF2B5EF4-FFF2-40B4-BE49-F238E27FC236}">
                        <a16:creationId xmlns:a16="http://schemas.microsoft.com/office/drawing/2014/main" id="{2B3C9F68-D5BE-43F6-A8CD-76D7530091AD}"/>
                      </a:ext>
                    </a:extLst>
                  </p:cNvPr>
                  <p:cNvCxnSpPr/>
                  <p:nvPr/>
                </p:nvCxnSpPr>
                <p:spPr>
                  <a:xfrm>
                    <a:off x="6237634" y="3359652"/>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37" name="CuadroTexto 36">
              <a:extLst>
                <a:ext uri="{FF2B5EF4-FFF2-40B4-BE49-F238E27FC236}">
                  <a16:creationId xmlns:a16="http://schemas.microsoft.com/office/drawing/2014/main" id="{DE36887C-5861-4C15-86EF-7D8D1A7D2240}"/>
                </a:ext>
              </a:extLst>
            </p:cNvPr>
            <p:cNvSpPr txBox="1"/>
            <p:nvPr/>
          </p:nvSpPr>
          <p:spPr>
            <a:xfrm>
              <a:off x="5991281" y="2562847"/>
              <a:ext cx="574211" cy="369332"/>
            </a:xfrm>
            <a:prstGeom prst="rect">
              <a:avLst/>
            </a:prstGeom>
            <a:noFill/>
          </p:spPr>
          <p:txBody>
            <a:bodyPr wrap="square" rtlCol="0">
              <a:spAutoFit/>
            </a:bodyPr>
            <a:lstStyle/>
            <a:p>
              <a:pPr algn="ctr"/>
              <a:r>
                <a:rPr lang="es-CO" b="1" dirty="0">
                  <a:latin typeface="Consolas" panose="020B0609020204030204" pitchFamily="49" charset="0"/>
                </a:rPr>
                <a:t>P2</a:t>
              </a:r>
            </a:p>
          </p:txBody>
        </p:sp>
      </p:grpSp>
      <p:grpSp>
        <p:nvGrpSpPr>
          <p:cNvPr id="3" name="Grupo 2">
            <a:extLst>
              <a:ext uri="{FF2B5EF4-FFF2-40B4-BE49-F238E27FC236}">
                <a16:creationId xmlns:a16="http://schemas.microsoft.com/office/drawing/2014/main" id="{868CB2C1-C304-491F-AF52-931F05751E92}"/>
              </a:ext>
            </a:extLst>
          </p:cNvPr>
          <p:cNvGrpSpPr/>
          <p:nvPr/>
        </p:nvGrpSpPr>
        <p:grpSpPr>
          <a:xfrm>
            <a:off x="9318755" y="1685084"/>
            <a:ext cx="1797527" cy="4938769"/>
            <a:chOff x="9318755" y="1685084"/>
            <a:chExt cx="1797527" cy="4938769"/>
          </a:xfrm>
        </p:grpSpPr>
        <p:sp>
          <p:nvSpPr>
            <p:cNvPr id="46" name="Rectángulo 45">
              <a:extLst>
                <a:ext uri="{FF2B5EF4-FFF2-40B4-BE49-F238E27FC236}">
                  <a16:creationId xmlns:a16="http://schemas.microsoft.com/office/drawing/2014/main" id="{D96A5E9A-5398-4AA9-B470-910E823F65D6}"/>
                </a:ext>
              </a:extLst>
            </p:cNvPr>
            <p:cNvSpPr/>
            <p:nvPr/>
          </p:nvSpPr>
          <p:spPr>
            <a:xfrm>
              <a:off x="9411682" y="1719323"/>
              <a:ext cx="1704600" cy="871477"/>
            </a:xfrm>
            <a:prstGeom prst="rect">
              <a:avLst/>
            </a:prstGeom>
            <a:solidFill>
              <a:schemeClr val="accent6">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7" name="CuadroTexto 46">
              <a:extLst>
                <a:ext uri="{FF2B5EF4-FFF2-40B4-BE49-F238E27FC236}">
                  <a16:creationId xmlns:a16="http://schemas.microsoft.com/office/drawing/2014/main" id="{33AB21C4-FF7A-4321-9D1F-F64AACABD524}"/>
                </a:ext>
              </a:extLst>
            </p:cNvPr>
            <p:cNvSpPr txBox="1"/>
            <p:nvPr/>
          </p:nvSpPr>
          <p:spPr>
            <a:xfrm>
              <a:off x="9318755" y="1685084"/>
              <a:ext cx="574211" cy="369332"/>
            </a:xfrm>
            <a:prstGeom prst="rect">
              <a:avLst/>
            </a:prstGeom>
            <a:noFill/>
          </p:spPr>
          <p:txBody>
            <a:bodyPr wrap="square" rtlCol="0">
              <a:spAutoFit/>
            </a:bodyPr>
            <a:lstStyle/>
            <a:p>
              <a:pPr algn="ctr"/>
              <a:r>
                <a:rPr lang="es-CO" b="1" dirty="0">
                  <a:latin typeface="Consolas" panose="020B0609020204030204" pitchFamily="49" charset="0"/>
                </a:rPr>
                <a:t>SO</a:t>
              </a:r>
            </a:p>
          </p:txBody>
        </p:sp>
        <p:sp>
          <p:nvSpPr>
            <p:cNvPr id="48" name="Rectángulo 47">
              <a:extLst>
                <a:ext uri="{FF2B5EF4-FFF2-40B4-BE49-F238E27FC236}">
                  <a16:creationId xmlns:a16="http://schemas.microsoft.com/office/drawing/2014/main" id="{337FB247-CEAB-4B00-84FD-28826429EF39}"/>
                </a:ext>
              </a:extLst>
            </p:cNvPr>
            <p:cNvSpPr/>
            <p:nvPr/>
          </p:nvSpPr>
          <p:spPr>
            <a:xfrm>
              <a:off x="9411682" y="1719323"/>
              <a:ext cx="1704600" cy="490453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Tree>
    <p:extLst>
      <p:ext uri="{BB962C8B-B14F-4D97-AF65-F5344CB8AC3E}">
        <p14:creationId xmlns:p14="http://schemas.microsoft.com/office/powerpoint/2010/main" val="1558166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31"/>
          <p:cNvSpPr txBox="1">
            <a:spLocks noGrp="1"/>
          </p:cNvSpPr>
          <p:nvPr>
            <p:ph type="title"/>
          </p:nvPr>
        </p:nvSpPr>
        <p:spPr>
          <a:xfrm>
            <a:off x="916649" y="96038"/>
            <a:ext cx="11073789"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Virtualización de Memoria - Contextualización</a:t>
            </a:r>
            <a:endParaRPr dirty="0">
              <a:solidFill>
                <a:schemeClr val="tx1"/>
              </a:solidFill>
            </a:endParaRPr>
          </a:p>
        </p:txBody>
      </p:sp>
      <p:sp>
        <p:nvSpPr>
          <p:cNvPr id="462" name="Google Shape;462;p31"/>
          <p:cNvSpPr txBox="1">
            <a:spLocks noGrp="1"/>
          </p:cNvSpPr>
          <p:nvPr>
            <p:ph type="body" idx="1"/>
          </p:nvPr>
        </p:nvSpPr>
        <p:spPr>
          <a:xfrm>
            <a:off x="294968" y="1156350"/>
            <a:ext cx="5589638" cy="949500"/>
          </a:xfrm>
          <a:prstGeom prst="rect">
            <a:avLst/>
          </a:prstGeom>
          <a:solidFill>
            <a:schemeClr val="accent4">
              <a:lumMod val="20000"/>
              <a:lumOff val="80000"/>
            </a:schemeClr>
          </a:solidFill>
        </p:spPr>
        <p:txBody>
          <a:bodyPr spcFirstLastPara="1" wrap="square" lIns="91425" tIns="45700" rIns="91425" bIns="45700" anchor="t" anchorCtr="0">
            <a:noAutofit/>
          </a:bodyPr>
          <a:lstStyle/>
          <a:p>
            <a:pPr marL="76200" lvl="0" indent="0" algn="l" rtl="0">
              <a:lnSpc>
                <a:spcPct val="100000"/>
              </a:lnSpc>
              <a:spcBef>
                <a:spcPts val="480"/>
              </a:spcBef>
              <a:spcAft>
                <a:spcPts val="0"/>
              </a:spcAft>
              <a:buSzPts val="2400"/>
              <a:buNone/>
            </a:pPr>
            <a:r>
              <a:rPr lang="es-ES" sz="2400" b="1" dirty="0">
                <a:latin typeface="+mn-lt"/>
              </a:rPr>
              <a:t>Virtualización de memoria</a:t>
            </a:r>
            <a:r>
              <a:rPr lang="es-ES" sz="2400" dirty="0">
                <a:latin typeface="+mn-lt"/>
              </a:rPr>
              <a:t>: Cada proceso cree que </a:t>
            </a:r>
            <a:r>
              <a:rPr lang="es-ES" sz="2400" b="1" dirty="0">
                <a:solidFill>
                  <a:srgbClr val="FF0000"/>
                </a:solidFill>
                <a:latin typeface="+mn-lt"/>
              </a:rPr>
              <a:t>tiene su propia memoria</a:t>
            </a:r>
            <a:r>
              <a:rPr lang="es-ES" sz="2400" dirty="0">
                <a:latin typeface="+mn-lt"/>
              </a:rPr>
              <a:t>.</a:t>
            </a:r>
            <a:endParaRPr sz="2200" dirty="0">
              <a:latin typeface="+mn-lt"/>
            </a:endParaRPr>
          </a:p>
          <a:p>
            <a:pPr marL="0" lvl="0" indent="0" algn="l" rtl="0">
              <a:spcBef>
                <a:spcPts val="1000"/>
              </a:spcBef>
              <a:spcAft>
                <a:spcPts val="0"/>
              </a:spcAft>
              <a:buNone/>
            </a:pPr>
            <a:endParaRPr dirty="0">
              <a:latin typeface="+mn-lt"/>
            </a:endParaRPr>
          </a:p>
        </p:txBody>
      </p:sp>
      <p:sp>
        <p:nvSpPr>
          <p:cNvPr id="453" name="Google Shape;453;p31"/>
          <p:cNvSpPr txBox="1"/>
          <p:nvPr/>
        </p:nvSpPr>
        <p:spPr>
          <a:xfrm>
            <a:off x="9395250" y="5152113"/>
            <a:ext cx="2270700" cy="6102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ES" sz="2800" b="1">
                <a:solidFill>
                  <a:srgbClr val="FF9900"/>
                </a:solidFill>
              </a:rPr>
              <a:t>Recurso</a:t>
            </a:r>
            <a:endParaRPr sz="2800" b="1">
              <a:solidFill>
                <a:srgbClr val="FF9900"/>
              </a:solidFill>
            </a:endParaRPr>
          </a:p>
        </p:txBody>
      </p:sp>
      <p:sp>
        <p:nvSpPr>
          <p:cNvPr id="454" name="Google Shape;454;p31"/>
          <p:cNvSpPr txBox="1"/>
          <p:nvPr/>
        </p:nvSpPr>
        <p:spPr>
          <a:xfrm>
            <a:off x="10046575" y="2174050"/>
            <a:ext cx="1577700" cy="558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ES" sz="2800" b="1">
                <a:solidFill>
                  <a:srgbClr val="FF9900"/>
                </a:solidFill>
              </a:rPr>
              <a:t>Ilusión</a:t>
            </a:r>
            <a:endParaRPr sz="2800" b="1">
              <a:solidFill>
                <a:srgbClr val="FF9900"/>
              </a:solidFill>
            </a:endParaRPr>
          </a:p>
        </p:txBody>
      </p:sp>
      <p:pic>
        <p:nvPicPr>
          <p:cNvPr id="455" name="Google Shape;455;p31"/>
          <p:cNvPicPr preferRelativeResize="0"/>
          <p:nvPr/>
        </p:nvPicPr>
        <p:blipFill>
          <a:blip r:embed="rId3">
            <a:alphaModFix/>
          </a:blip>
          <a:stretch>
            <a:fillRect/>
          </a:stretch>
        </p:blipFill>
        <p:spPr>
          <a:xfrm>
            <a:off x="5344462" y="4446885"/>
            <a:ext cx="1503075" cy="1503075"/>
          </a:xfrm>
          <a:prstGeom prst="rect">
            <a:avLst/>
          </a:prstGeom>
          <a:noFill/>
          <a:ln>
            <a:noFill/>
          </a:ln>
        </p:spPr>
      </p:pic>
      <p:pic>
        <p:nvPicPr>
          <p:cNvPr id="456" name="Google Shape;456;p31"/>
          <p:cNvPicPr preferRelativeResize="0"/>
          <p:nvPr/>
        </p:nvPicPr>
        <p:blipFill>
          <a:blip r:embed="rId4">
            <a:alphaModFix/>
          </a:blip>
          <a:stretch>
            <a:fillRect/>
          </a:stretch>
        </p:blipFill>
        <p:spPr>
          <a:xfrm>
            <a:off x="7186935" y="3679000"/>
            <a:ext cx="2947038" cy="3008457"/>
          </a:xfrm>
          <a:prstGeom prst="rect">
            <a:avLst/>
          </a:prstGeom>
          <a:noFill/>
          <a:ln>
            <a:noFill/>
          </a:ln>
        </p:spPr>
      </p:pic>
      <p:cxnSp>
        <p:nvCxnSpPr>
          <p:cNvPr id="457" name="Google Shape;457;p31"/>
          <p:cNvCxnSpPr>
            <a:cxnSpLocks/>
          </p:cNvCxnSpPr>
          <p:nvPr/>
        </p:nvCxnSpPr>
        <p:spPr>
          <a:xfrm>
            <a:off x="5138057" y="3703278"/>
            <a:ext cx="6527893" cy="1"/>
          </a:xfrm>
          <a:prstGeom prst="straightConnector1">
            <a:avLst/>
          </a:prstGeom>
          <a:noFill/>
          <a:ln w="38100" cap="flat" cmpd="sng">
            <a:solidFill>
              <a:srgbClr val="FF9900"/>
            </a:solidFill>
            <a:prstDash val="solid"/>
            <a:round/>
            <a:headEnd type="none" w="med" len="med"/>
            <a:tailEnd type="none" w="med" len="med"/>
          </a:ln>
        </p:spPr>
      </p:cxnSp>
      <p:pic>
        <p:nvPicPr>
          <p:cNvPr id="458" name="Google Shape;458;p31"/>
          <p:cNvPicPr preferRelativeResize="0"/>
          <p:nvPr/>
        </p:nvPicPr>
        <p:blipFill>
          <a:blip r:embed="rId5">
            <a:alphaModFix/>
          </a:blip>
          <a:stretch>
            <a:fillRect/>
          </a:stretch>
        </p:blipFill>
        <p:spPr>
          <a:xfrm>
            <a:off x="6162363" y="2963900"/>
            <a:ext cx="418425" cy="443625"/>
          </a:xfrm>
          <a:prstGeom prst="rect">
            <a:avLst/>
          </a:prstGeom>
          <a:noFill/>
          <a:ln>
            <a:noFill/>
          </a:ln>
        </p:spPr>
      </p:pic>
      <p:pic>
        <p:nvPicPr>
          <p:cNvPr id="459" name="Google Shape;459;p31"/>
          <p:cNvPicPr preferRelativeResize="0"/>
          <p:nvPr/>
        </p:nvPicPr>
        <p:blipFill>
          <a:blip r:embed="rId6">
            <a:alphaModFix/>
          </a:blip>
          <a:stretch>
            <a:fillRect/>
          </a:stretch>
        </p:blipFill>
        <p:spPr>
          <a:xfrm>
            <a:off x="8489800" y="2955375"/>
            <a:ext cx="509450" cy="460675"/>
          </a:xfrm>
          <a:prstGeom prst="rect">
            <a:avLst/>
          </a:prstGeom>
          <a:noFill/>
          <a:ln>
            <a:noFill/>
          </a:ln>
        </p:spPr>
      </p:pic>
      <p:sp>
        <p:nvSpPr>
          <p:cNvPr id="460" name="Google Shape;460;p31"/>
          <p:cNvSpPr txBox="1"/>
          <p:nvPr/>
        </p:nvSpPr>
        <p:spPr>
          <a:xfrm>
            <a:off x="6787225" y="2947200"/>
            <a:ext cx="970200" cy="477000"/>
          </a:xfrm>
          <a:prstGeom prst="rect">
            <a:avLst/>
          </a:prstGeom>
          <a:solidFill>
            <a:srgbClr val="B6D7A8"/>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900" b="1">
                <a:latin typeface="Courier New"/>
                <a:ea typeface="Courier New"/>
                <a:cs typeface="Courier New"/>
                <a:sym typeface="Courier New"/>
              </a:rPr>
              <a:t>P0</a:t>
            </a:r>
            <a:endParaRPr sz="1900" b="1">
              <a:latin typeface="Courier New"/>
              <a:ea typeface="Courier New"/>
              <a:cs typeface="Courier New"/>
              <a:sym typeface="Courier New"/>
            </a:endParaRPr>
          </a:p>
        </p:txBody>
      </p:sp>
      <p:sp>
        <p:nvSpPr>
          <p:cNvPr id="461" name="Google Shape;461;p31"/>
          <p:cNvSpPr txBox="1"/>
          <p:nvPr/>
        </p:nvSpPr>
        <p:spPr>
          <a:xfrm>
            <a:off x="9165400" y="2947213"/>
            <a:ext cx="970200" cy="477000"/>
          </a:xfrm>
          <a:prstGeom prst="rect">
            <a:avLst/>
          </a:prstGeom>
          <a:solidFill>
            <a:srgbClr val="A4C2F4"/>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900" b="1">
                <a:latin typeface="Courier New"/>
                <a:ea typeface="Courier New"/>
                <a:cs typeface="Courier New"/>
                <a:sym typeface="Courier New"/>
              </a:rPr>
              <a:t>P1</a:t>
            </a:r>
            <a:endParaRPr sz="1900" b="1">
              <a:latin typeface="Courier New"/>
              <a:ea typeface="Courier New"/>
              <a:cs typeface="Courier New"/>
              <a:sym typeface="Courier New"/>
            </a:endParaRPr>
          </a:p>
        </p:txBody>
      </p:sp>
      <p:grpSp>
        <p:nvGrpSpPr>
          <p:cNvPr id="472" name="Google Shape;472;p31"/>
          <p:cNvGrpSpPr/>
          <p:nvPr/>
        </p:nvGrpSpPr>
        <p:grpSpPr>
          <a:xfrm>
            <a:off x="6864154" y="1414618"/>
            <a:ext cx="806322" cy="1163511"/>
            <a:chOff x="1775100" y="4022850"/>
            <a:chExt cx="1076100" cy="1739700"/>
          </a:xfrm>
        </p:grpSpPr>
        <p:sp>
          <p:nvSpPr>
            <p:cNvPr id="473" name="Google Shape;473;p31"/>
            <p:cNvSpPr/>
            <p:nvPr/>
          </p:nvSpPr>
          <p:spPr>
            <a:xfrm>
              <a:off x="1775100" y="4022850"/>
              <a:ext cx="1076100" cy="1739700"/>
            </a:xfrm>
            <a:prstGeom prst="rect">
              <a:avLst/>
            </a:prstGeom>
            <a:solidFill>
              <a:srgbClr val="EFEFEF"/>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4" name="Google Shape;474;p31"/>
            <p:cNvGrpSpPr/>
            <p:nvPr/>
          </p:nvGrpSpPr>
          <p:grpSpPr>
            <a:xfrm>
              <a:off x="1775100" y="4022850"/>
              <a:ext cx="1076100" cy="1739675"/>
              <a:chOff x="7948250" y="2813125"/>
              <a:chExt cx="1076100" cy="1739675"/>
            </a:xfrm>
          </p:grpSpPr>
          <p:sp>
            <p:nvSpPr>
              <p:cNvPr id="475" name="Google Shape;475;p31"/>
              <p:cNvSpPr/>
              <p:nvPr/>
            </p:nvSpPr>
            <p:spPr>
              <a:xfrm>
                <a:off x="7948250" y="2813125"/>
                <a:ext cx="1076100" cy="284400"/>
              </a:xfrm>
              <a:prstGeom prst="rect">
                <a:avLst/>
              </a:prstGeom>
              <a:solidFill>
                <a:srgbClr val="F4CCCC"/>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urier New"/>
                    <a:ea typeface="Courier New"/>
                    <a:cs typeface="Courier New"/>
                    <a:sym typeface="Courier New"/>
                  </a:rPr>
                  <a:t>Code</a:t>
                </a:r>
                <a:endParaRPr sz="800" b="1" dirty="0">
                  <a:latin typeface="Courier New"/>
                  <a:ea typeface="Courier New"/>
                  <a:cs typeface="Courier New"/>
                  <a:sym typeface="Courier New"/>
                </a:endParaRPr>
              </a:p>
            </p:txBody>
          </p:sp>
          <p:sp>
            <p:nvSpPr>
              <p:cNvPr id="476" name="Google Shape;476;p31"/>
              <p:cNvSpPr/>
              <p:nvPr/>
            </p:nvSpPr>
            <p:spPr>
              <a:xfrm>
                <a:off x="7950650" y="3085775"/>
                <a:ext cx="1073100" cy="370800"/>
              </a:xfrm>
              <a:prstGeom prst="rect">
                <a:avLst/>
              </a:prstGeom>
              <a:solidFill>
                <a:srgbClr val="FFE599"/>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a:latin typeface="Courier New"/>
                    <a:ea typeface="Courier New"/>
                    <a:cs typeface="Courier New"/>
                    <a:sym typeface="Courier New"/>
                  </a:rPr>
                  <a:t>Data</a:t>
                </a:r>
                <a:endParaRPr/>
              </a:p>
            </p:txBody>
          </p:sp>
          <p:sp>
            <p:nvSpPr>
              <p:cNvPr id="477" name="Google Shape;477;p31"/>
              <p:cNvSpPr/>
              <p:nvPr/>
            </p:nvSpPr>
            <p:spPr>
              <a:xfrm>
                <a:off x="7948250" y="3406050"/>
                <a:ext cx="1076100" cy="284400"/>
              </a:xfrm>
              <a:prstGeom prst="rect">
                <a:avLst/>
              </a:prstGeom>
              <a:solidFill>
                <a:srgbClr val="CFE2F3"/>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urier New"/>
                    <a:ea typeface="Courier New"/>
                    <a:cs typeface="Courier New"/>
                    <a:sym typeface="Courier New"/>
                  </a:rPr>
                  <a:t>heap</a:t>
                </a:r>
                <a:endParaRPr dirty="0"/>
              </a:p>
            </p:txBody>
          </p:sp>
          <p:sp>
            <p:nvSpPr>
              <p:cNvPr id="478" name="Google Shape;478;p31"/>
              <p:cNvSpPr/>
              <p:nvPr/>
            </p:nvSpPr>
            <p:spPr>
              <a:xfrm>
                <a:off x="7948250" y="4268400"/>
                <a:ext cx="1076100" cy="284400"/>
              </a:xfrm>
              <a:prstGeom prst="rect">
                <a:avLst/>
              </a:prstGeom>
              <a:solidFill>
                <a:srgbClr val="CFE2F3"/>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urier New"/>
                    <a:ea typeface="Courier New"/>
                    <a:cs typeface="Courier New"/>
                    <a:sym typeface="Courier New"/>
                  </a:rPr>
                  <a:t>stack</a:t>
                </a:r>
                <a:endParaRPr dirty="0"/>
              </a:p>
            </p:txBody>
          </p:sp>
          <p:cxnSp>
            <p:nvCxnSpPr>
              <p:cNvPr id="479" name="Google Shape;479;p31"/>
              <p:cNvCxnSpPr>
                <a:stCxn id="477" idx="2"/>
              </p:cNvCxnSpPr>
              <p:nvPr/>
            </p:nvCxnSpPr>
            <p:spPr>
              <a:xfrm>
                <a:off x="8486300" y="3690450"/>
                <a:ext cx="6900" cy="261300"/>
              </a:xfrm>
              <a:prstGeom prst="straightConnector1">
                <a:avLst/>
              </a:prstGeom>
              <a:noFill/>
              <a:ln w="9525" cap="flat" cmpd="sng">
                <a:solidFill>
                  <a:srgbClr val="000000"/>
                </a:solidFill>
                <a:prstDash val="solid"/>
                <a:round/>
                <a:headEnd type="none" w="med" len="med"/>
                <a:tailEnd type="triangle" w="med" len="med"/>
              </a:ln>
            </p:spPr>
          </p:cxnSp>
          <p:cxnSp>
            <p:nvCxnSpPr>
              <p:cNvPr id="480" name="Google Shape;480;p31"/>
              <p:cNvCxnSpPr>
                <a:stCxn id="478" idx="0"/>
              </p:cNvCxnSpPr>
              <p:nvPr/>
            </p:nvCxnSpPr>
            <p:spPr>
              <a:xfrm rot="10800000" flipH="1">
                <a:off x="8486300" y="4035600"/>
                <a:ext cx="4200" cy="232800"/>
              </a:xfrm>
              <a:prstGeom prst="straightConnector1">
                <a:avLst/>
              </a:prstGeom>
              <a:noFill/>
              <a:ln w="9525" cap="flat" cmpd="sng">
                <a:solidFill>
                  <a:srgbClr val="000000"/>
                </a:solidFill>
                <a:prstDash val="solid"/>
                <a:round/>
                <a:headEnd type="none" w="med" len="med"/>
                <a:tailEnd type="triangle" w="med" len="med"/>
              </a:ln>
            </p:spPr>
          </p:cxnSp>
        </p:grpSp>
      </p:grpSp>
      <p:grpSp>
        <p:nvGrpSpPr>
          <p:cNvPr id="481" name="Google Shape;481;p31"/>
          <p:cNvGrpSpPr/>
          <p:nvPr/>
        </p:nvGrpSpPr>
        <p:grpSpPr>
          <a:xfrm>
            <a:off x="9247342" y="1414618"/>
            <a:ext cx="806322" cy="1163511"/>
            <a:chOff x="1775100" y="4022850"/>
            <a:chExt cx="1076100" cy="1739700"/>
          </a:xfrm>
        </p:grpSpPr>
        <p:sp>
          <p:nvSpPr>
            <p:cNvPr id="482" name="Google Shape;482;p31"/>
            <p:cNvSpPr/>
            <p:nvPr/>
          </p:nvSpPr>
          <p:spPr>
            <a:xfrm>
              <a:off x="1775100" y="4022850"/>
              <a:ext cx="1076100" cy="1739700"/>
            </a:xfrm>
            <a:prstGeom prst="rect">
              <a:avLst/>
            </a:prstGeom>
            <a:solidFill>
              <a:srgbClr val="EFEFEF"/>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3" name="Google Shape;483;p31"/>
            <p:cNvGrpSpPr/>
            <p:nvPr/>
          </p:nvGrpSpPr>
          <p:grpSpPr>
            <a:xfrm>
              <a:off x="1775100" y="4022850"/>
              <a:ext cx="1076100" cy="1739675"/>
              <a:chOff x="7948250" y="2813125"/>
              <a:chExt cx="1076100" cy="1739675"/>
            </a:xfrm>
          </p:grpSpPr>
          <p:sp>
            <p:nvSpPr>
              <p:cNvPr id="484" name="Google Shape;484;p31"/>
              <p:cNvSpPr/>
              <p:nvPr/>
            </p:nvSpPr>
            <p:spPr>
              <a:xfrm>
                <a:off x="7948250" y="2813125"/>
                <a:ext cx="1076100" cy="284400"/>
              </a:xfrm>
              <a:prstGeom prst="rect">
                <a:avLst/>
              </a:prstGeom>
              <a:solidFill>
                <a:srgbClr val="F4CCCC"/>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urier New"/>
                    <a:ea typeface="Courier New"/>
                    <a:cs typeface="Courier New"/>
                    <a:sym typeface="Courier New"/>
                  </a:rPr>
                  <a:t>Code</a:t>
                </a:r>
                <a:endParaRPr sz="800" b="1" dirty="0">
                  <a:latin typeface="Courier New"/>
                  <a:ea typeface="Courier New"/>
                  <a:cs typeface="Courier New"/>
                  <a:sym typeface="Courier New"/>
                </a:endParaRPr>
              </a:p>
            </p:txBody>
          </p:sp>
          <p:sp>
            <p:nvSpPr>
              <p:cNvPr id="485" name="Google Shape;485;p31"/>
              <p:cNvSpPr/>
              <p:nvPr/>
            </p:nvSpPr>
            <p:spPr>
              <a:xfrm>
                <a:off x="7950650" y="3085775"/>
                <a:ext cx="1073100" cy="370800"/>
              </a:xfrm>
              <a:prstGeom prst="rect">
                <a:avLst/>
              </a:prstGeom>
              <a:solidFill>
                <a:srgbClr val="FFE599"/>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a:latin typeface="Courier New"/>
                    <a:ea typeface="Courier New"/>
                    <a:cs typeface="Courier New"/>
                    <a:sym typeface="Courier New"/>
                  </a:rPr>
                  <a:t>Data</a:t>
                </a:r>
                <a:endParaRPr/>
              </a:p>
            </p:txBody>
          </p:sp>
          <p:sp>
            <p:nvSpPr>
              <p:cNvPr id="486" name="Google Shape;486;p31"/>
              <p:cNvSpPr/>
              <p:nvPr/>
            </p:nvSpPr>
            <p:spPr>
              <a:xfrm>
                <a:off x="7948250" y="3406050"/>
                <a:ext cx="1076100" cy="284400"/>
              </a:xfrm>
              <a:prstGeom prst="rect">
                <a:avLst/>
              </a:prstGeom>
              <a:solidFill>
                <a:srgbClr val="CFE2F3"/>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urier New"/>
                    <a:ea typeface="Courier New"/>
                    <a:cs typeface="Courier New"/>
                    <a:sym typeface="Courier New"/>
                  </a:rPr>
                  <a:t>heap</a:t>
                </a:r>
                <a:endParaRPr dirty="0"/>
              </a:p>
            </p:txBody>
          </p:sp>
          <p:sp>
            <p:nvSpPr>
              <p:cNvPr id="487" name="Google Shape;487;p31"/>
              <p:cNvSpPr/>
              <p:nvPr/>
            </p:nvSpPr>
            <p:spPr>
              <a:xfrm>
                <a:off x="7948250" y="4268400"/>
                <a:ext cx="1076100" cy="284400"/>
              </a:xfrm>
              <a:prstGeom prst="rect">
                <a:avLst/>
              </a:prstGeom>
              <a:solidFill>
                <a:srgbClr val="CFE2F3"/>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urier New"/>
                    <a:ea typeface="Courier New"/>
                    <a:cs typeface="Courier New"/>
                    <a:sym typeface="Courier New"/>
                  </a:rPr>
                  <a:t>stack</a:t>
                </a:r>
                <a:endParaRPr dirty="0"/>
              </a:p>
            </p:txBody>
          </p:sp>
          <p:cxnSp>
            <p:nvCxnSpPr>
              <p:cNvPr id="488" name="Google Shape;488;p31"/>
              <p:cNvCxnSpPr>
                <a:stCxn id="486" idx="2"/>
              </p:cNvCxnSpPr>
              <p:nvPr/>
            </p:nvCxnSpPr>
            <p:spPr>
              <a:xfrm>
                <a:off x="8486300" y="3690450"/>
                <a:ext cx="6900" cy="261300"/>
              </a:xfrm>
              <a:prstGeom prst="straightConnector1">
                <a:avLst/>
              </a:prstGeom>
              <a:noFill/>
              <a:ln w="9525" cap="flat" cmpd="sng">
                <a:solidFill>
                  <a:srgbClr val="000000"/>
                </a:solidFill>
                <a:prstDash val="solid"/>
                <a:round/>
                <a:headEnd type="none" w="med" len="med"/>
                <a:tailEnd type="triangle" w="med" len="med"/>
              </a:ln>
            </p:spPr>
          </p:cxnSp>
          <p:cxnSp>
            <p:nvCxnSpPr>
              <p:cNvPr id="489" name="Google Shape;489;p31"/>
              <p:cNvCxnSpPr>
                <a:stCxn id="487" idx="0"/>
              </p:cNvCxnSpPr>
              <p:nvPr/>
            </p:nvCxnSpPr>
            <p:spPr>
              <a:xfrm rot="10800000" flipH="1">
                <a:off x="8486300" y="4035600"/>
                <a:ext cx="4200" cy="232800"/>
              </a:xfrm>
              <a:prstGeom prst="straightConnector1">
                <a:avLst/>
              </a:prstGeom>
              <a:noFill/>
              <a:ln w="9525" cap="flat" cmpd="sng">
                <a:solidFill>
                  <a:srgbClr val="000000"/>
                </a:solidFill>
                <a:prstDash val="solid"/>
                <a:round/>
                <a:headEnd type="none" w="med" len="med"/>
                <a:tailEnd type="triangle" w="med" len="med"/>
              </a:ln>
            </p:spPr>
          </p:cxnSp>
        </p:grpSp>
      </p:grpSp>
      <p:grpSp>
        <p:nvGrpSpPr>
          <p:cNvPr id="6" name="Grupo 5">
            <a:extLst>
              <a:ext uri="{FF2B5EF4-FFF2-40B4-BE49-F238E27FC236}">
                <a16:creationId xmlns:a16="http://schemas.microsoft.com/office/drawing/2014/main" id="{6729E249-D72F-4EF2-8CD9-F6EF0F7F4E4B}"/>
              </a:ext>
            </a:extLst>
          </p:cNvPr>
          <p:cNvGrpSpPr/>
          <p:nvPr/>
        </p:nvGrpSpPr>
        <p:grpSpPr>
          <a:xfrm>
            <a:off x="2110098" y="2921157"/>
            <a:ext cx="2298700" cy="3438044"/>
            <a:chOff x="2391186" y="2511914"/>
            <a:chExt cx="2298700" cy="3438044"/>
          </a:xfrm>
        </p:grpSpPr>
        <p:sp>
          <p:nvSpPr>
            <p:cNvPr id="44" name="Rectángulo 43">
              <a:extLst>
                <a:ext uri="{FF2B5EF4-FFF2-40B4-BE49-F238E27FC236}">
                  <a16:creationId xmlns:a16="http://schemas.microsoft.com/office/drawing/2014/main" id="{5F38855F-97D6-459A-9712-44A551CC517E}"/>
                </a:ext>
              </a:extLst>
            </p:cNvPr>
            <p:cNvSpPr/>
            <p:nvPr/>
          </p:nvSpPr>
          <p:spPr>
            <a:xfrm>
              <a:off x="2391187" y="2511914"/>
              <a:ext cx="2298699" cy="343804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45" name="Conector recto 44">
              <a:extLst>
                <a:ext uri="{FF2B5EF4-FFF2-40B4-BE49-F238E27FC236}">
                  <a16:creationId xmlns:a16="http://schemas.microsoft.com/office/drawing/2014/main" id="{D56A5565-84D3-4261-9791-698D8C7861BE}"/>
                </a:ext>
              </a:extLst>
            </p:cNvPr>
            <p:cNvCxnSpPr/>
            <p:nvPr/>
          </p:nvCxnSpPr>
          <p:spPr>
            <a:xfrm>
              <a:off x="2391186" y="3133028"/>
              <a:ext cx="22987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CuadroTexto 45">
              <a:extLst>
                <a:ext uri="{FF2B5EF4-FFF2-40B4-BE49-F238E27FC236}">
                  <a16:creationId xmlns:a16="http://schemas.microsoft.com/office/drawing/2014/main" id="{91EF26C8-C8AA-43CD-8131-2AE290CE8957}"/>
                </a:ext>
              </a:extLst>
            </p:cNvPr>
            <p:cNvSpPr txBox="1"/>
            <p:nvPr/>
          </p:nvSpPr>
          <p:spPr>
            <a:xfrm>
              <a:off x="2391186" y="2511914"/>
              <a:ext cx="574211" cy="369332"/>
            </a:xfrm>
            <a:prstGeom prst="rect">
              <a:avLst/>
            </a:prstGeom>
            <a:noFill/>
          </p:spPr>
          <p:txBody>
            <a:bodyPr wrap="square" rtlCol="0">
              <a:spAutoFit/>
            </a:bodyPr>
            <a:lstStyle/>
            <a:p>
              <a:pPr algn="ctr"/>
              <a:r>
                <a:rPr lang="es-CO" b="1" dirty="0">
                  <a:latin typeface="Consolas" panose="020B0609020204030204" pitchFamily="49" charset="0"/>
                </a:rPr>
                <a:t>SO</a:t>
              </a:r>
            </a:p>
          </p:txBody>
        </p:sp>
      </p:grpSp>
      <p:sp>
        <p:nvSpPr>
          <p:cNvPr id="47" name="CuadroTexto 46">
            <a:extLst>
              <a:ext uri="{FF2B5EF4-FFF2-40B4-BE49-F238E27FC236}">
                <a16:creationId xmlns:a16="http://schemas.microsoft.com/office/drawing/2014/main" id="{6D41421A-0B21-449B-937D-B92523926162}"/>
              </a:ext>
            </a:extLst>
          </p:cNvPr>
          <p:cNvSpPr txBox="1"/>
          <p:nvPr/>
        </p:nvSpPr>
        <p:spPr>
          <a:xfrm>
            <a:off x="2283479" y="2455765"/>
            <a:ext cx="2046155" cy="369332"/>
          </a:xfrm>
          <a:prstGeom prst="rect">
            <a:avLst/>
          </a:prstGeom>
          <a:noFill/>
        </p:spPr>
        <p:txBody>
          <a:bodyPr wrap="square" rtlCol="0">
            <a:spAutoFit/>
          </a:bodyPr>
          <a:lstStyle/>
          <a:p>
            <a:pPr algn="ctr"/>
            <a:r>
              <a:rPr lang="es-CO" b="1" dirty="0">
                <a:latin typeface="Consolas" panose="020B0609020204030204" pitchFamily="49" charset="0"/>
              </a:rPr>
              <a:t>Memoria física</a:t>
            </a:r>
          </a:p>
        </p:txBody>
      </p:sp>
      <p:grpSp>
        <p:nvGrpSpPr>
          <p:cNvPr id="49" name="Grupo 48">
            <a:extLst>
              <a:ext uri="{FF2B5EF4-FFF2-40B4-BE49-F238E27FC236}">
                <a16:creationId xmlns:a16="http://schemas.microsoft.com/office/drawing/2014/main" id="{FEB06FC1-49C3-4602-B9F5-D60C389A199B}"/>
              </a:ext>
            </a:extLst>
          </p:cNvPr>
          <p:cNvGrpSpPr/>
          <p:nvPr/>
        </p:nvGrpSpPr>
        <p:grpSpPr>
          <a:xfrm>
            <a:off x="521317" y="5101692"/>
            <a:ext cx="731100" cy="1090916"/>
            <a:chOff x="5902719" y="2562847"/>
            <a:chExt cx="731100" cy="1090916"/>
          </a:xfrm>
        </p:grpSpPr>
        <p:grpSp>
          <p:nvGrpSpPr>
            <p:cNvPr id="50" name="Grupo 49">
              <a:extLst>
                <a:ext uri="{FF2B5EF4-FFF2-40B4-BE49-F238E27FC236}">
                  <a16:creationId xmlns:a16="http://schemas.microsoft.com/office/drawing/2014/main" id="{859AF008-F279-4027-8FE7-0F8D25408B9C}"/>
                </a:ext>
              </a:extLst>
            </p:cNvPr>
            <p:cNvGrpSpPr/>
            <p:nvPr/>
          </p:nvGrpSpPr>
          <p:grpSpPr>
            <a:xfrm>
              <a:off x="5902719" y="2922663"/>
              <a:ext cx="731100" cy="731100"/>
              <a:chOff x="5902719" y="2922663"/>
              <a:chExt cx="731100" cy="731100"/>
            </a:xfrm>
          </p:grpSpPr>
          <p:sp>
            <p:nvSpPr>
              <p:cNvPr id="52" name="Google Shape;425;p29">
                <a:extLst>
                  <a:ext uri="{FF2B5EF4-FFF2-40B4-BE49-F238E27FC236}">
                    <a16:creationId xmlns:a16="http://schemas.microsoft.com/office/drawing/2014/main" id="{C7AED905-3BB2-4C95-BE75-AA8918EB429E}"/>
                  </a:ext>
                </a:extLst>
              </p:cNvPr>
              <p:cNvSpPr/>
              <p:nvPr/>
            </p:nvSpPr>
            <p:spPr>
              <a:xfrm>
                <a:off x="5902719" y="2922663"/>
                <a:ext cx="731100" cy="731100"/>
              </a:xfrm>
              <a:prstGeom prst="ellipse">
                <a:avLst/>
              </a:prstGeom>
              <a:solidFill>
                <a:srgbClr val="C9DAF8"/>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dirty="0">
                  <a:latin typeface="Consolas" panose="020B0609020204030204" pitchFamily="49" charset="0"/>
                  <a:ea typeface="Courier New"/>
                  <a:cs typeface="Courier New"/>
                  <a:sym typeface="Courier New"/>
                </a:endParaRPr>
              </a:p>
            </p:txBody>
          </p:sp>
          <p:grpSp>
            <p:nvGrpSpPr>
              <p:cNvPr id="53" name="Grupo 52">
                <a:extLst>
                  <a:ext uri="{FF2B5EF4-FFF2-40B4-BE49-F238E27FC236}">
                    <a16:creationId xmlns:a16="http://schemas.microsoft.com/office/drawing/2014/main" id="{63279B45-6886-43A8-9C99-270B9B0652FB}"/>
                  </a:ext>
                </a:extLst>
              </p:cNvPr>
              <p:cNvGrpSpPr/>
              <p:nvPr/>
            </p:nvGrpSpPr>
            <p:grpSpPr>
              <a:xfrm>
                <a:off x="6063540" y="3097569"/>
                <a:ext cx="402694" cy="400320"/>
                <a:chOff x="6063540" y="3097569"/>
                <a:chExt cx="402694" cy="400320"/>
              </a:xfrm>
            </p:grpSpPr>
            <mc:AlternateContent xmlns:mc="http://schemas.openxmlformats.org/markup-compatibility/2006" xmlns:p14="http://schemas.microsoft.com/office/powerpoint/2010/main">
              <mc:Choice Requires="p14">
                <p:contentPart p14:bwMode="auto" r:id="rId7">
                  <p14:nvContentPartPr>
                    <p14:cNvPr id="54" name="Entrada de lápiz 53">
                      <a:extLst>
                        <a:ext uri="{FF2B5EF4-FFF2-40B4-BE49-F238E27FC236}">
                          <a16:creationId xmlns:a16="http://schemas.microsoft.com/office/drawing/2014/main" id="{85BA53E4-E7B2-42DC-897D-8D82B7555458}"/>
                        </a:ext>
                      </a:extLst>
                    </p14:cNvPr>
                    <p14:cNvContentPartPr/>
                    <p14:nvPr/>
                  </p14:nvContentPartPr>
                  <p14:xfrm>
                    <a:off x="6063540" y="3097569"/>
                    <a:ext cx="70560" cy="400320"/>
                  </p14:xfrm>
                </p:contentPart>
              </mc:Choice>
              <mc:Fallback xmlns="">
                <p:pic>
                  <p:nvPicPr>
                    <p:cNvPr id="54" name="Entrada de lápiz 53">
                      <a:extLst>
                        <a:ext uri="{FF2B5EF4-FFF2-40B4-BE49-F238E27FC236}">
                          <a16:creationId xmlns:a16="http://schemas.microsoft.com/office/drawing/2014/main" id="{85BA53E4-E7B2-42DC-897D-8D82B7555458}"/>
                        </a:ext>
                      </a:extLst>
                    </p:cNvPr>
                    <p:cNvPicPr/>
                    <p:nvPr/>
                  </p:nvPicPr>
                  <p:blipFill>
                    <a:blip r:embed="rId8"/>
                    <a:stretch>
                      <a:fillRect/>
                    </a:stretch>
                  </p:blipFill>
                  <p:spPr>
                    <a:xfrm>
                      <a:off x="6059220" y="3093249"/>
                      <a:ext cx="79200" cy="408960"/>
                    </a:xfrm>
                    <a:prstGeom prst="rect">
                      <a:avLst/>
                    </a:prstGeom>
                  </p:spPr>
                </p:pic>
              </mc:Fallback>
            </mc:AlternateContent>
            <p:grpSp>
              <p:nvGrpSpPr>
                <p:cNvPr id="55" name="Grupo 54">
                  <a:extLst>
                    <a:ext uri="{FF2B5EF4-FFF2-40B4-BE49-F238E27FC236}">
                      <a16:creationId xmlns:a16="http://schemas.microsoft.com/office/drawing/2014/main" id="{E41448A4-78D7-4D1B-B7AE-BA0F0EF24ED4}"/>
                    </a:ext>
                  </a:extLst>
                </p:cNvPr>
                <p:cNvGrpSpPr/>
                <p:nvPr/>
              </p:nvGrpSpPr>
              <p:grpSpPr>
                <a:xfrm>
                  <a:off x="6237634" y="3147427"/>
                  <a:ext cx="228600" cy="281573"/>
                  <a:chOff x="6237634" y="3147427"/>
                  <a:chExt cx="228600" cy="281573"/>
                </a:xfrm>
              </p:grpSpPr>
              <p:sp>
                <p:nvSpPr>
                  <p:cNvPr id="56" name="Rectángulo 55">
                    <a:extLst>
                      <a:ext uri="{FF2B5EF4-FFF2-40B4-BE49-F238E27FC236}">
                        <a16:creationId xmlns:a16="http://schemas.microsoft.com/office/drawing/2014/main" id="{34266858-1176-41B7-B4AC-E0CC1D999DC7}"/>
                      </a:ext>
                    </a:extLst>
                  </p:cNvPr>
                  <p:cNvSpPr/>
                  <p:nvPr/>
                </p:nvSpPr>
                <p:spPr>
                  <a:xfrm>
                    <a:off x="6237634" y="3147427"/>
                    <a:ext cx="228600" cy="28157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57" name="Conector recto 56">
                    <a:extLst>
                      <a:ext uri="{FF2B5EF4-FFF2-40B4-BE49-F238E27FC236}">
                        <a16:creationId xmlns:a16="http://schemas.microsoft.com/office/drawing/2014/main" id="{F18B9EAD-3211-4321-B08E-C09F8462BDE7}"/>
                      </a:ext>
                    </a:extLst>
                  </p:cNvPr>
                  <p:cNvCxnSpPr>
                    <a:stCxn id="56" idx="1"/>
                    <a:endCxn id="56" idx="3"/>
                  </p:cNvCxnSpPr>
                  <p:nvPr/>
                </p:nvCxnSpPr>
                <p:spPr>
                  <a:xfrm>
                    <a:off x="6237634" y="3288214"/>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Conector recto 57">
                    <a:extLst>
                      <a:ext uri="{FF2B5EF4-FFF2-40B4-BE49-F238E27FC236}">
                        <a16:creationId xmlns:a16="http://schemas.microsoft.com/office/drawing/2014/main" id="{1D9D7093-06D2-4E3F-A142-84BB4A97DD3E}"/>
                      </a:ext>
                    </a:extLst>
                  </p:cNvPr>
                  <p:cNvCxnSpPr/>
                  <p:nvPr/>
                </p:nvCxnSpPr>
                <p:spPr>
                  <a:xfrm>
                    <a:off x="6237634" y="3219158"/>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Conector recto 58">
                    <a:extLst>
                      <a:ext uri="{FF2B5EF4-FFF2-40B4-BE49-F238E27FC236}">
                        <a16:creationId xmlns:a16="http://schemas.microsoft.com/office/drawing/2014/main" id="{4599AB0E-A5A5-4418-8A56-718483494D4D}"/>
                      </a:ext>
                    </a:extLst>
                  </p:cNvPr>
                  <p:cNvCxnSpPr/>
                  <p:nvPr/>
                </p:nvCxnSpPr>
                <p:spPr>
                  <a:xfrm>
                    <a:off x="6237634" y="3359652"/>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51" name="CuadroTexto 50">
              <a:extLst>
                <a:ext uri="{FF2B5EF4-FFF2-40B4-BE49-F238E27FC236}">
                  <a16:creationId xmlns:a16="http://schemas.microsoft.com/office/drawing/2014/main" id="{F689FDD8-3E0C-4E19-A9B4-AC4F76D628BA}"/>
                </a:ext>
              </a:extLst>
            </p:cNvPr>
            <p:cNvSpPr txBox="1"/>
            <p:nvPr/>
          </p:nvSpPr>
          <p:spPr>
            <a:xfrm>
              <a:off x="5991281" y="2562847"/>
              <a:ext cx="574211" cy="369332"/>
            </a:xfrm>
            <a:prstGeom prst="rect">
              <a:avLst/>
            </a:prstGeom>
            <a:noFill/>
          </p:spPr>
          <p:txBody>
            <a:bodyPr wrap="square" rtlCol="0">
              <a:spAutoFit/>
            </a:bodyPr>
            <a:lstStyle/>
            <a:p>
              <a:pPr algn="ctr"/>
              <a:r>
                <a:rPr lang="es-CO" b="1" dirty="0">
                  <a:latin typeface="Consolas" panose="020B0609020204030204" pitchFamily="49" charset="0"/>
                </a:rPr>
                <a:t>P1</a:t>
              </a:r>
            </a:p>
          </p:txBody>
        </p:sp>
      </p:grpSp>
      <p:grpSp>
        <p:nvGrpSpPr>
          <p:cNvPr id="60" name="Grupo 59">
            <a:extLst>
              <a:ext uri="{FF2B5EF4-FFF2-40B4-BE49-F238E27FC236}">
                <a16:creationId xmlns:a16="http://schemas.microsoft.com/office/drawing/2014/main" id="{23454499-773A-4D73-BFF0-3FECE38DF756}"/>
              </a:ext>
            </a:extLst>
          </p:cNvPr>
          <p:cNvGrpSpPr/>
          <p:nvPr/>
        </p:nvGrpSpPr>
        <p:grpSpPr>
          <a:xfrm>
            <a:off x="532491" y="3580613"/>
            <a:ext cx="731100" cy="1090916"/>
            <a:chOff x="5902719" y="2562847"/>
            <a:chExt cx="731100" cy="1090916"/>
          </a:xfrm>
        </p:grpSpPr>
        <p:grpSp>
          <p:nvGrpSpPr>
            <p:cNvPr id="61" name="Grupo 60">
              <a:extLst>
                <a:ext uri="{FF2B5EF4-FFF2-40B4-BE49-F238E27FC236}">
                  <a16:creationId xmlns:a16="http://schemas.microsoft.com/office/drawing/2014/main" id="{0B40B947-4B94-48AA-99D7-416C16D490F7}"/>
                </a:ext>
              </a:extLst>
            </p:cNvPr>
            <p:cNvGrpSpPr/>
            <p:nvPr/>
          </p:nvGrpSpPr>
          <p:grpSpPr>
            <a:xfrm>
              <a:off x="5902719" y="2922663"/>
              <a:ext cx="731100" cy="731100"/>
              <a:chOff x="5902719" y="2922663"/>
              <a:chExt cx="731100" cy="731100"/>
            </a:xfrm>
          </p:grpSpPr>
          <p:sp>
            <p:nvSpPr>
              <p:cNvPr id="63" name="Google Shape;425;p29">
                <a:extLst>
                  <a:ext uri="{FF2B5EF4-FFF2-40B4-BE49-F238E27FC236}">
                    <a16:creationId xmlns:a16="http://schemas.microsoft.com/office/drawing/2014/main" id="{FC08B05F-0A9C-4552-BF7A-DBFD8170A1CE}"/>
                  </a:ext>
                </a:extLst>
              </p:cNvPr>
              <p:cNvSpPr/>
              <p:nvPr/>
            </p:nvSpPr>
            <p:spPr>
              <a:xfrm>
                <a:off x="5902719" y="2922663"/>
                <a:ext cx="731100" cy="731100"/>
              </a:xfrm>
              <a:prstGeom prst="ellipse">
                <a:avLst/>
              </a:prstGeom>
              <a:solidFill>
                <a:schemeClr val="accent6">
                  <a:lumMod val="40000"/>
                  <a:lumOff val="60000"/>
                </a:schemeClr>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dirty="0">
                  <a:latin typeface="Consolas" panose="020B0609020204030204" pitchFamily="49" charset="0"/>
                  <a:ea typeface="Courier New"/>
                  <a:cs typeface="Courier New"/>
                  <a:sym typeface="Courier New"/>
                </a:endParaRPr>
              </a:p>
            </p:txBody>
          </p:sp>
          <p:grpSp>
            <p:nvGrpSpPr>
              <p:cNvPr id="64" name="Grupo 63">
                <a:extLst>
                  <a:ext uri="{FF2B5EF4-FFF2-40B4-BE49-F238E27FC236}">
                    <a16:creationId xmlns:a16="http://schemas.microsoft.com/office/drawing/2014/main" id="{7AD14666-A389-4CB4-8A00-5983BC229FA0}"/>
                  </a:ext>
                </a:extLst>
              </p:cNvPr>
              <p:cNvGrpSpPr/>
              <p:nvPr/>
            </p:nvGrpSpPr>
            <p:grpSpPr>
              <a:xfrm>
                <a:off x="6063540" y="3097569"/>
                <a:ext cx="402694" cy="400320"/>
                <a:chOff x="6063540" y="3097569"/>
                <a:chExt cx="402694" cy="400320"/>
              </a:xfrm>
            </p:grpSpPr>
            <mc:AlternateContent xmlns:mc="http://schemas.openxmlformats.org/markup-compatibility/2006" xmlns:p14="http://schemas.microsoft.com/office/powerpoint/2010/main">
              <mc:Choice Requires="p14">
                <p:contentPart p14:bwMode="auto" r:id="rId9">
                  <p14:nvContentPartPr>
                    <p14:cNvPr id="65" name="Entrada de lápiz 64">
                      <a:extLst>
                        <a:ext uri="{FF2B5EF4-FFF2-40B4-BE49-F238E27FC236}">
                          <a16:creationId xmlns:a16="http://schemas.microsoft.com/office/drawing/2014/main" id="{0F39F05C-DCF8-4334-BE12-9955EE7FAC94}"/>
                        </a:ext>
                      </a:extLst>
                    </p14:cNvPr>
                    <p14:cNvContentPartPr/>
                    <p14:nvPr/>
                  </p14:nvContentPartPr>
                  <p14:xfrm>
                    <a:off x="6063540" y="3097569"/>
                    <a:ext cx="70560" cy="400320"/>
                  </p14:xfrm>
                </p:contentPart>
              </mc:Choice>
              <mc:Fallback xmlns="">
                <p:pic>
                  <p:nvPicPr>
                    <p:cNvPr id="65" name="Entrada de lápiz 64">
                      <a:extLst>
                        <a:ext uri="{FF2B5EF4-FFF2-40B4-BE49-F238E27FC236}">
                          <a16:creationId xmlns:a16="http://schemas.microsoft.com/office/drawing/2014/main" id="{0F39F05C-DCF8-4334-BE12-9955EE7FAC94}"/>
                        </a:ext>
                      </a:extLst>
                    </p:cNvPr>
                    <p:cNvPicPr/>
                    <p:nvPr/>
                  </p:nvPicPr>
                  <p:blipFill>
                    <a:blip r:embed="rId8"/>
                    <a:stretch>
                      <a:fillRect/>
                    </a:stretch>
                  </p:blipFill>
                  <p:spPr>
                    <a:xfrm>
                      <a:off x="6059220" y="3093249"/>
                      <a:ext cx="79200" cy="408960"/>
                    </a:xfrm>
                    <a:prstGeom prst="rect">
                      <a:avLst/>
                    </a:prstGeom>
                  </p:spPr>
                </p:pic>
              </mc:Fallback>
            </mc:AlternateContent>
            <p:grpSp>
              <p:nvGrpSpPr>
                <p:cNvPr id="66" name="Grupo 65">
                  <a:extLst>
                    <a:ext uri="{FF2B5EF4-FFF2-40B4-BE49-F238E27FC236}">
                      <a16:creationId xmlns:a16="http://schemas.microsoft.com/office/drawing/2014/main" id="{971FA518-7811-4EC5-B2A3-23CF9E3D95AC}"/>
                    </a:ext>
                  </a:extLst>
                </p:cNvPr>
                <p:cNvGrpSpPr/>
                <p:nvPr/>
              </p:nvGrpSpPr>
              <p:grpSpPr>
                <a:xfrm>
                  <a:off x="6237634" y="3147427"/>
                  <a:ext cx="228600" cy="281573"/>
                  <a:chOff x="6237634" y="3147427"/>
                  <a:chExt cx="228600" cy="281573"/>
                </a:xfrm>
              </p:grpSpPr>
              <p:sp>
                <p:nvSpPr>
                  <p:cNvPr id="67" name="Rectángulo 66">
                    <a:extLst>
                      <a:ext uri="{FF2B5EF4-FFF2-40B4-BE49-F238E27FC236}">
                        <a16:creationId xmlns:a16="http://schemas.microsoft.com/office/drawing/2014/main" id="{34872A83-B3AA-4CDE-938B-69339AA29016}"/>
                      </a:ext>
                    </a:extLst>
                  </p:cNvPr>
                  <p:cNvSpPr/>
                  <p:nvPr/>
                </p:nvSpPr>
                <p:spPr>
                  <a:xfrm>
                    <a:off x="6237634" y="3147427"/>
                    <a:ext cx="228600" cy="28157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68" name="Conector recto 67">
                    <a:extLst>
                      <a:ext uri="{FF2B5EF4-FFF2-40B4-BE49-F238E27FC236}">
                        <a16:creationId xmlns:a16="http://schemas.microsoft.com/office/drawing/2014/main" id="{8F894E7D-776C-462D-84D0-C1DD281A6913}"/>
                      </a:ext>
                    </a:extLst>
                  </p:cNvPr>
                  <p:cNvCxnSpPr>
                    <a:stCxn id="67" idx="1"/>
                    <a:endCxn id="67" idx="3"/>
                  </p:cNvCxnSpPr>
                  <p:nvPr/>
                </p:nvCxnSpPr>
                <p:spPr>
                  <a:xfrm>
                    <a:off x="6237634" y="3288214"/>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Conector recto 68">
                    <a:extLst>
                      <a:ext uri="{FF2B5EF4-FFF2-40B4-BE49-F238E27FC236}">
                        <a16:creationId xmlns:a16="http://schemas.microsoft.com/office/drawing/2014/main" id="{6311C3F0-76D3-4EFF-9F57-F71E0A137F53}"/>
                      </a:ext>
                    </a:extLst>
                  </p:cNvPr>
                  <p:cNvCxnSpPr/>
                  <p:nvPr/>
                </p:nvCxnSpPr>
                <p:spPr>
                  <a:xfrm>
                    <a:off x="6237634" y="3219158"/>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Conector recto 69">
                    <a:extLst>
                      <a:ext uri="{FF2B5EF4-FFF2-40B4-BE49-F238E27FC236}">
                        <a16:creationId xmlns:a16="http://schemas.microsoft.com/office/drawing/2014/main" id="{E4747CC6-3B23-4AB7-8B7A-09CE1BB98571}"/>
                      </a:ext>
                    </a:extLst>
                  </p:cNvPr>
                  <p:cNvCxnSpPr/>
                  <p:nvPr/>
                </p:nvCxnSpPr>
                <p:spPr>
                  <a:xfrm>
                    <a:off x="6237634" y="3359652"/>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62" name="CuadroTexto 61">
              <a:extLst>
                <a:ext uri="{FF2B5EF4-FFF2-40B4-BE49-F238E27FC236}">
                  <a16:creationId xmlns:a16="http://schemas.microsoft.com/office/drawing/2014/main" id="{2B20D849-1BF6-4530-8051-26142B75EF0C}"/>
                </a:ext>
              </a:extLst>
            </p:cNvPr>
            <p:cNvSpPr txBox="1"/>
            <p:nvPr/>
          </p:nvSpPr>
          <p:spPr>
            <a:xfrm>
              <a:off x="5991281" y="2562847"/>
              <a:ext cx="574211" cy="369332"/>
            </a:xfrm>
            <a:prstGeom prst="rect">
              <a:avLst/>
            </a:prstGeom>
            <a:noFill/>
          </p:spPr>
          <p:txBody>
            <a:bodyPr wrap="square" rtlCol="0">
              <a:spAutoFit/>
            </a:bodyPr>
            <a:lstStyle/>
            <a:p>
              <a:pPr algn="ctr"/>
              <a:r>
                <a:rPr lang="es-CO" b="1" dirty="0">
                  <a:latin typeface="Consolas" panose="020B0609020204030204" pitchFamily="49" charset="0"/>
                </a:rPr>
                <a:t>P0</a:t>
              </a:r>
            </a:p>
          </p:txBody>
        </p:sp>
      </p:grpSp>
      <p:pic>
        <p:nvPicPr>
          <p:cNvPr id="71" name="Google Shape;458;p31">
            <a:extLst>
              <a:ext uri="{FF2B5EF4-FFF2-40B4-BE49-F238E27FC236}">
                <a16:creationId xmlns:a16="http://schemas.microsoft.com/office/drawing/2014/main" id="{6B80FE31-F93B-4918-AFE1-8EB07247C692}"/>
              </a:ext>
            </a:extLst>
          </p:cNvPr>
          <p:cNvPicPr preferRelativeResize="0"/>
          <p:nvPr/>
        </p:nvPicPr>
        <p:blipFill>
          <a:blip r:embed="rId5">
            <a:alphaModFix/>
          </a:blip>
          <a:stretch>
            <a:fillRect/>
          </a:stretch>
        </p:blipFill>
        <p:spPr>
          <a:xfrm>
            <a:off x="466635" y="3647549"/>
            <a:ext cx="202285" cy="219833"/>
          </a:xfrm>
          <a:prstGeom prst="rect">
            <a:avLst/>
          </a:prstGeom>
          <a:noFill/>
          <a:ln>
            <a:noFill/>
          </a:ln>
        </p:spPr>
      </p:pic>
      <p:pic>
        <p:nvPicPr>
          <p:cNvPr id="72" name="Google Shape;459;p31">
            <a:extLst>
              <a:ext uri="{FF2B5EF4-FFF2-40B4-BE49-F238E27FC236}">
                <a16:creationId xmlns:a16="http://schemas.microsoft.com/office/drawing/2014/main" id="{93850964-B2AF-48C4-957B-785A93C617D7}"/>
              </a:ext>
            </a:extLst>
          </p:cNvPr>
          <p:cNvPicPr preferRelativeResize="0"/>
          <p:nvPr/>
        </p:nvPicPr>
        <p:blipFill>
          <a:blip r:embed="rId6">
            <a:alphaModFix/>
          </a:blip>
          <a:stretch>
            <a:fillRect/>
          </a:stretch>
        </p:blipFill>
        <p:spPr>
          <a:xfrm>
            <a:off x="472716" y="5190328"/>
            <a:ext cx="209267" cy="21157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32"/>
          <p:cNvSpPr txBox="1">
            <a:spLocks noGrp="1"/>
          </p:cNvSpPr>
          <p:nvPr>
            <p:ph type="title"/>
          </p:nvPr>
        </p:nvSpPr>
        <p:spPr>
          <a:xfrm>
            <a:off x="799050" y="81974"/>
            <a:ext cx="103587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Virtualización de Memoria - Contextualización</a:t>
            </a:r>
            <a:endParaRPr dirty="0">
              <a:solidFill>
                <a:schemeClr val="tx1"/>
              </a:solidFill>
            </a:endParaRPr>
          </a:p>
        </p:txBody>
      </p:sp>
      <p:grpSp>
        <p:nvGrpSpPr>
          <p:cNvPr id="496" name="Google Shape;496;p32"/>
          <p:cNvGrpSpPr/>
          <p:nvPr/>
        </p:nvGrpSpPr>
        <p:grpSpPr>
          <a:xfrm>
            <a:off x="7738879" y="2144643"/>
            <a:ext cx="806322" cy="1163511"/>
            <a:chOff x="1775100" y="4022850"/>
            <a:chExt cx="1076100" cy="1739700"/>
          </a:xfrm>
        </p:grpSpPr>
        <p:sp>
          <p:nvSpPr>
            <p:cNvPr id="497" name="Google Shape;497;p32"/>
            <p:cNvSpPr/>
            <p:nvPr/>
          </p:nvSpPr>
          <p:spPr>
            <a:xfrm>
              <a:off x="1775100" y="4022850"/>
              <a:ext cx="1076100" cy="1739700"/>
            </a:xfrm>
            <a:prstGeom prst="rect">
              <a:avLst/>
            </a:prstGeom>
            <a:solidFill>
              <a:srgbClr val="EFEFEF"/>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panose="020B0609020204030204" pitchFamily="49" charset="0"/>
              </a:endParaRPr>
            </a:p>
          </p:txBody>
        </p:sp>
        <p:grpSp>
          <p:nvGrpSpPr>
            <p:cNvPr id="498" name="Google Shape;498;p32"/>
            <p:cNvGrpSpPr/>
            <p:nvPr/>
          </p:nvGrpSpPr>
          <p:grpSpPr>
            <a:xfrm>
              <a:off x="1775100" y="4022850"/>
              <a:ext cx="1076100" cy="1739675"/>
              <a:chOff x="7948250" y="2813125"/>
              <a:chExt cx="1076100" cy="1739675"/>
            </a:xfrm>
          </p:grpSpPr>
          <p:sp>
            <p:nvSpPr>
              <p:cNvPr id="499" name="Google Shape;499;p32"/>
              <p:cNvSpPr/>
              <p:nvPr/>
            </p:nvSpPr>
            <p:spPr>
              <a:xfrm>
                <a:off x="7948250" y="2813125"/>
                <a:ext cx="1076100" cy="284400"/>
              </a:xfrm>
              <a:prstGeom prst="rect">
                <a:avLst/>
              </a:prstGeom>
              <a:solidFill>
                <a:srgbClr val="F4CCCC"/>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nsolas" panose="020B0609020204030204" pitchFamily="49" charset="0"/>
                    <a:ea typeface="Courier New"/>
                    <a:cs typeface="Courier New"/>
                    <a:sym typeface="Courier New"/>
                  </a:rPr>
                  <a:t>Code</a:t>
                </a:r>
                <a:endParaRPr sz="800" b="1" dirty="0">
                  <a:latin typeface="Consolas" panose="020B0609020204030204" pitchFamily="49" charset="0"/>
                  <a:ea typeface="Courier New"/>
                  <a:cs typeface="Courier New"/>
                  <a:sym typeface="Courier New"/>
                </a:endParaRPr>
              </a:p>
            </p:txBody>
          </p:sp>
          <p:sp>
            <p:nvSpPr>
              <p:cNvPr id="500" name="Google Shape;500;p32"/>
              <p:cNvSpPr/>
              <p:nvPr/>
            </p:nvSpPr>
            <p:spPr>
              <a:xfrm>
                <a:off x="7950650" y="3085775"/>
                <a:ext cx="1073100" cy="370800"/>
              </a:xfrm>
              <a:prstGeom prst="rect">
                <a:avLst/>
              </a:prstGeom>
              <a:solidFill>
                <a:srgbClr val="FFE599"/>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a:latin typeface="Consolas" panose="020B0609020204030204" pitchFamily="49" charset="0"/>
                    <a:ea typeface="Courier New"/>
                    <a:cs typeface="Courier New"/>
                    <a:sym typeface="Courier New"/>
                  </a:rPr>
                  <a:t>Data</a:t>
                </a:r>
                <a:endParaRPr>
                  <a:latin typeface="Consolas" panose="020B0609020204030204" pitchFamily="49" charset="0"/>
                </a:endParaRPr>
              </a:p>
            </p:txBody>
          </p:sp>
          <p:sp>
            <p:nvSpPr>
              <p:cNvPr id="501" name="Google Shape;501;p32"/>
              <p:cNvSpPr/>
              <p:nvPr/>
            </p:nvSpPr>
            <p:spPr>
              <a:xfrm>
                <a:off x="7948250" y="3406050"/>
                <a:ext cx="1076100" cy="284400"/>
              </a:xfrm>
              <a:prstGeom prst="rect">
                <a:avLst/>
              </a:prstGeom>
              <a:solidFill>
                <a:srgbClr val="CFE2F3"/>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nsolas" panose="020B0609020204030204" pitchFamily="49" charset="0"/>
                    <a:ea typeface="Courier New"/>
                    <a:cs typeface="Courier New"/>
                    <a:sym typeface="Courier New"/>
                  </a:rPr>
                  <a:t>heap</a:t>
                </a:r>
                <a:endParaRPr dirty="0">
                  <a:latin typeface="Consolas" panose="020B0609020204030204" pitchFamily="49" charset="0"/>
                </a:endParaRPr>
              </a:p>
            </p:txBody>
          </p:sp>
          <p:sp>
            <p:nvSpPr>
              <p:cNvPr id="502" name="Google Shape;502;p32"/>
              <p:cNvSpPr/>
              <p:nvPr/>
            </p:nvSpPr>
            <p:spPr>
              <a:xfrm>
                <a:off x="7948250" y="4268400"/>
                <a:ext cx="1076100" cy="284400"/>
              </a:xfrm>
              <a:prstGeom prst="rect">
                <a:avLst/>
              </a:prstGeom>
              <a:solidFill>
                <a:srgbClr val="CFE2F3"/>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nsolas" panose="020B0609020204030204" pitchFamily="49" charset="0"/>
                    <a:ea typeface="Courier New"/>
                    <a:cs typeface="Courier New"/>
                    <a:sym typeface="Courier New"/>
                  </a:rPr>
                  <a:t>stack</a:t>
                </a:r>
                <a:endParaRPr dirty="0">
                  <a:latin typeface="Consolas" panose="020B0609020204030204" pitchFamily="49" charset="0"/>
                </a:endParaRPr>
              </a:p>
            </p:txBody>
          </p:sp>
          <p:cxnSp>
            <p:nvCxnSpPr>
              <p:cNvPr id="503" name="Google Shape;503;p32"/>
              <p:cNvCxnSpPr>
                <a:stCxn id="501" idx="2"/>
              </p:cNvCxnSpPr>
              <p:nvPr/>
            </p:nvCxnSpPr>
            <p:spPr>
              <a:xfrm>
                <a:off x="8486300" y="3690450"/>
                <a:ext cx="6900" cy="261300"/>
              </a:xfrm>
              <a:prstGeom prst="straightConnector1">
                <a:avLst/>
              </a:prstGeom>
              <a:noFill/>
              <a:ln w="9525" cap="flat" cmpd="sng">
                <a:solidFill>
                  <a:srgbClr val="000000"/>
                </a:solidFill>
                <a:prstDash val="solid"/>
                <a:round/>
                <a:headEnd type="none" w="med" len="med"/>
                <a:tailEnd type="triangle" w="med" len="med"/>
              </a:ln>
            </p:spPr>
          </p:cxnSp>
          <p:cxnSp>
            <p:nvCxnSpPr>
              <p:cNvPr id="504" name="Google Shape;504;p32"/>
              <p:cNvCxnSpPr>
                <a:stCxn id="502" idx="0"/>
              </p:cNvCxnSpPr>
              <p:nvPr/>
            </p:nvCxnSpPr>
            <p:spPr>
              <a:xfrm rot="10800000" flipH="1">
                <a:off x="8486300" y="4035600"/>
                <a:ext cx="4200" cy="232800"/>
              </a:xfrm>
              <a:prstGeom prst="straightConnector1">
                <a:avLst/>
              </a:prstGeom>
              <a:noFill/>
              <a:ln w="9525" cap="flat" cmpd="sng">
                <a:solidFill>
                  <a:srgbClr val="000000"/>
                </a:solidFill>
                <a:prstDash val="solid"/>
                <a:round/>
                <a:headEnd type="none" w="med" len="med"/>
                <a:tailEnd type="triangle" w="med" len="med"/>
              </a:ln>
            </p:spPr>
          </p:cxnSp>
        </p:grpSp>
      </p:grpSp>
      <p:grpSp>
        <p:nvGrpSpPr>
          <p:cNvPr id="505" name="Google Shape;505;p32"/>
          <p:cNvGrpSpPr/>
          <p:nvPr/>
        </p:nvGrpSpPr>
        <p:grpSpPr>
          <a:xfrm>
            <a:off x="7738867" y="3751018"/>
            <a:ext cx="806322" cy="1163511"/>
            <a:chOff x="1775100" y="4022850"/>
            <a:chExt cx="1076100" cy="1739700"/>
          </a:xfrm>
        </p:grpSpPr>
        <p:sp>
          <p:nvSpPr>
            <p:cNvPr id="506" name="Google Shape;506;p32"/>
            <p:cNvSpPr/>
            <p:nvPr/>
          </p:nvSpPr>
          <p:spPr>
            <a:xfrm>
              <a:off x="1775100" y="4022850"/>
              <a:ext cx="1076100" cy="1739700"/>
            </a:xfrm>
            <a:prstGeom prst="rect">
              <a:avLst/>
            </a:prstGeom>
            <a:solidFill>
              <a:srgbClr val="EFEFEF"/>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panose="020B0609020204030204" pitchFamily="49" charset="0"/>
              </a:endParaRPr>
            </a:p>
          </p:txBody>
        </p:sp>
        <p:grpSp>
          <p:nvGrpSpPr>
            <p:cNvPr id="507" name="Google Shape;507;p32"/>
            <p:cNvGrpSpPr/>
            <p:nvPr/>
          </p:nvGrpSpPr>
          <p:grpSpPr>
            <a:xfrm>
              <a:off x="1775100" y="4022850"/>
              <a:ext cx="1076100" cy="1739675"/>
              <a:chOff x="7948250" y="2813125"/>
              <a:chExt cx="1076100" cy="1739675"/>
            </a:xfrm>
          </p:grpSpPr>
          <p:sp>
            <p:nvSpPr>
              <p:cNvPr id="508" name="Google Shape;508;p32"/>
              <p:cNvSpPr/>
              <p:nvPr/>
            </p:nvSpPr>
            <p:spPr>
              <a:xfrm>
                <a:off x="7948250" y="2813125"/>
                <a:ext cx="1076100" cy="284400"/>
              </a:xfrm>
              <a:prstGeom prst="rect">
                <a:avLst/>
              </a:prstGeom>
              <a:solidFill>
                <a:srgbClr val="F4CCCC"/>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nsolas" panose="020B0609020204030204" pitchFamily="49" charset="0"/>
                    <a:ea typeface="Courier New"/>
                    <a:cs typeface="Courier New"/>
                    <a:sym typeface="Courier New"/>
                  </a:rPr>
                  <a:t>Code</a:t>
                </a:r>
                <a:endParaRPr sz="800" b="1" dirty="0">
                  <a:latin typeface="Consolas" panose="020B0609020204030204" pitchFamily="49" charset="0"/>
                  <a:ea typeface="Courier New"/>
                  <a:cs typeface="Courier New"/>
                  <a:sym typeface="Courier New"/>
                </a:endParaRPr>
              </a:p>
            </p:txBody>
          </p:sp>
          <p:sp>
            <p:nvSpPr>
              <p:cNvPr id="509" name="Google Shape;509;p32"/>
              <p:cNvSpPr/>
              <p:nvPr/>
            </p:nvSpPr>
            <p:spPr>
              <a:xfrm>
                <a:off x="7950650" y="3085775"/>
                <a:ext cx="1073100" cy="370800"/>
              </a:xfrm>
              <a:prstGeom prst="rect">
                <a:avLst/>
              </a:prstGeom>
              <a:solidFill>
                <a:srgbClr val="FFE599"/>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a:latin typeface="Consolas" panose="020B0609020204030204" pitchFamily="49" charset="0"/>
                    <a:ea typeface="Courier New"/>
                    <a:cs typeface="Courier New"/>
                    <a:sym typeface="Courier New"/>
                  </a:rPr>
                  <a:t>Data</a:t>
                </a:r>
                <a:endParaRPr>
                  <a:latin typeface="Consolas" panose="020B0609020204030204" pitchFamily="49" charset="0"/>
                </a:endParaRPr>
              </a:p>
            </p:txBody>
          </p:sp>
          <p:sp>
            <p:nvSpPr>
              <p:cNvPr id="510" name="Google Shape;510;p32"/>
              <p:cNvSpPr/>
              <p:nvPr/>
            </p:nvSpPr>
            <p:spPr>
              <a:xfrm>
                <a:off x="7948250" y="3406050"/>
                <a:ext cx="1076100" cy="284400"/>
              </a:xfrm>
              <a:prstGeom prst="rect">
                <a:avLst/>
              </a:prstGeom>
              <a:solidFill>
                <a:srgbClr val="CFE2F3"/>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nsolas" panose="020B0609020204030204" pitchFamily="49" charset="0"/>
                    <a:ea typeface="Courier New"/>
                    <a:cs typeface="Courier New"/>
                    <a:sym typeface="Courier New"/>
                  </a:rPr>
                  <a:t>heap</a:t>
                </a:r>
                <a:endParaRPr dirty="0">
                  <a:latin typeface="Consolas" panose="020B0609020204030204" pitchFamily="49" charset="0"/>
                </a:endParaRPr>
              </a:p>
            </p:txBody>
          </p:sp>
          <p:sp>
            <p:nvSpPr>
              <p:cNvPr id="511" name="Google Shape;511;p32"/>
              <p:cNvSpPr/>
              <p:nvPr/>
            </p:nvSpPr>
            <p:spPr>
              <a:xfrm>
                <a:off x="7948250" y="4268400"/>
                <a:ext cx="1076100" cy="284400"/>
              </a:xfrm>
              <a:prstGeom prst="rect">
                <a:avLst/>
              </a:prstGeom>
              <a:solidFill>
                <a:srgbClr val="CFE2F3"/>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nsolas" panose="020B0609020204030204" pitchFamily="49" charset="0"/>
                    <a:ea typeface="Courier New"/>
                    <a:cs typeface="Courier New"/>
                    <a:sym typeface="Courier New"/>
                  </a:rPr>
                  <a:t>stack</a:t>
                </a:r>
                <a:endParaRPr dirty="0">
                  <a:latin typeface="Consolas" panose="020B0609020204030204" pitchFamily="49" charset="0"/>
                </a:endParaRPr>
              </a:p>
            </p:txBody>
          </p:sp>
          <p:cxnSp>
            <p:nvCxnSpPr>
              <p:cNvPr id="512" name="Google Shape;512;p32"/>
              <p:cNvCxnSpPr>
                <a:stCxn id="510" idx="2"/>
              </p:cNvCxnSpPr>
              <p:nvPr/>
            </p:nvCxnSpPr>
            <p:spPr>
              <a:xfrm>
                <a:off x="8486300" y="3690450"/>
                <a:ext cx="6900" cy="261300"/>
              </a:xfrm>
              <a:prstGeom prst="straightConnector1">
                <a:avLst/>
              </a:prstGeom>
              <a:noFill/>
              <a:ln w="9525" cap="flat" cmpd="sng">
                <a:solidFill>
                  <a:srgbClr val="000000"/>
                </a:solidFill>
                <a:prstDash val="solid"/>
                <a:round/>
                <a:headEnd type="none" w="med" len="med"/>
                <a:tailEnd type="triangle" w="med" len="med"/>
              </a:ln>
            </p:spPr>
          </p:cxnSp>
          <p:cxnSp>
            <p:nvCxnSpPr>
              <p:cNvPr id="513" name="Google Shape;513;p32"/>
              <p:cNvCxnSpPr>
                <a:stCxn id="511" idx="0"/>
              </p:cNvCxnSpPr>
              <p:nvPr/>
            </p:nvCxnSpPr>
            <p:spPr>
              <a:xfrm rot="10800000" flipH="1">
                <a:off x="8486300" y="4035600"/>
                <a:ext cx="4200" cy="232800"/>
              </a:xfrm>
              <a:prstGeom prst="straightConnector1">
                <a:avLst/>
              </a:prstGeom>
              <a:noFill/>
              <a:ln w="9525" cap="flat" cmpd="sng">
                <a:solidFill>
                  <a:srgbClr val="000000"/>
                </a:solidFill>
                <a:prstDash val="solid"/>
                <a:round/>
                <a:headEnd type="none" w="med" len="med"/>
                <a:tailEnd type="triangle" w="med" len="med"/>
              </a:ln>
            </p:spPr>
          </p:cxnSp>
        </p:grpSp>
      </p:grpSp>
      <p:grpSp>
        <p:nvGrpSpPr>
          <p:cNvPr id="514" name="Google Shape;514;p32"/>
          <p:cNvGrpSpPr/>
          <p:nvPr/>
        </p:nvGrpSpPr>
        <p:grpSpPr>
          <a:xfrm>
            <a:off x="10684350" y="1031474"/>
            <a:ext cx="822300" cy="4280051"/>
            <a:chOff x="6401200" y="2136649"/>
            <a:chExt cx="822300" cy="4280051"/>
          </a:xfrm>
        </p:grpSpPr>
        <p:sp>
          <p:nvSpPr>
            <p:cNvPr id="515" name="Google Shape;515;p32"/>
            <p:cNvSpPr/>
            <p:nvPr/>
          </p:nvSpPr>
          <p:spPr>
            <a:xfrm>
              <a:off x="6401200" y="2136649"/>
              <a:ext cx="822300" cy="4280051"/>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panose="020B0609020204030204" pitchFamily="49" charset="0"/>
              </a:endParaRPr>
            </a:p>
          </p:txBody>
        </p:sp>
        <p:grpSp>
          <p:nvGrpSpPr>
            <p:cNvPr id="516" name="Google Shape;516;p32"/>
            <p:cNvGrpSpPr/>
            <p:nvPr/>
          </p:nvGrpSpPr>
          <p:grpSpPr>
            <a:xfrm>
              <a:off x="6409192" y="3112418"/>
              <a:ext cx="806322" cy="1163511"/>
              <a:chOff x="1775100" y="4022850"/>
              <a:chExt cx="1076100" cy="1739700"/>
            </a:xfrm>
          </p:grpSpPr>
          <p:sp>
            <p:nvSpPr>
              <p:cNvPr id="517" name="Google Shape;517;p32"/>
              <p:cNvSpPr/>
              <p:nvPr/>
            </p:nvSpPr>
            <p:spPr>
              <a:xfrm>
                <a:off x="1775100" y="4022850"/>
                <a:ext cx="1076100" cy="1739700"/>
              </a:xfrm>
              <a:prstGeom prst="rect">
                <a:avLst/>
              </a:prstGeom>
              <a:solidFill>
                <a:srgbClr val="EFEFEF"/>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Consolas" panose="020B0609020204030204" pitchFamily="49" charset="0"/>
                </a:endParaRPr>
              </a:p>
            </p:txBody>
          </p:sp>
          <p:grpSp>
            <p:nvGrpSpPr>
              <p:cNvPr id="518" name="Google Shape;518;p32"/>
              <p:cNvGrpSpPr/>
              <p:nvPr/>
            </p:nvGrpSpPr>
            <p:grpSpPr>
              <a:xfrm>
                <a:off x="1775100" y="4022850"/>
                <a:ext cx="1076100" cy="1739675"/>
                <a:chOff x="7948250" y="2813125"/>
                <a:chExt cx="1076100" cy="1739675"/>
              </a:xfrm>
            </p:grpSpPr>
            <p:sp>
              <p:nvSpPr>
                <p:cNvPr id="519" name="Google Shape;519;p32"/>
                <p:cNvSpPr/>
                <p:nvPr/>
              </p:nvSpPr>
              <p:spPr>
                <a:xfrm>
                  <a:off x="7948250" y="2813125"/>
                  <a:ext cx="1076100" cy="2844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nsolas" panose="020B0609020204030204" pitchFamily="49" charset="0"/>
                      <a:ea typeface="Courier New"/>
                      <a:cs typeface="Courier New"/>
                      <a:sym typeface="Courier New"/>
                    </a:rPr>
                    <a:t>Code</a:t>
                  </a:r>
                  <a:endParaRPr sz="800" b="1" dirty="0">
                    <a:latin typeface="Consolas" panose="020B0609020204030204" pitchFamily="49" charset="0"/>
                    <a:ea typeface="Courier New"/>
                    <a:cs typeface="Courier New"/>
                    <a:sym typeface="Courier New"/>
                  </a:endParaRPr>
                </a:p>
              </p:txBody>
            </p:sp>
            <p:sp>
              <p:nvSpPr>
                <p:cNvPr id="520" name="Google Shape;520;p32"/>
                <p:cNvSpPr/>
                <p:nvPr/>
              </p:nvSpPr>
              <p:spPr>
                <a:xfrm>
                  <a:off x="7950650" y="3085775"/>
                  <a:ext cx="1073100" cy="370800"/>
                </a:xfrm>
                <a:prstGeom prst="rect">
                  <a:avLst/>
                </a:prstGeom>
                <a:solidFill>
                  <a:srgbClr val="FFE599"/>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a:latin typeface="Consolas" panose="020B0609020204030204" pitchFamily="49" charset="0"/>
                      <a:ea typeface="Courier New"/>
                      <a:cs typeface="Courier New"/>
                      <a:sym typeface="Courier New"/>
                    </a:rPr>
                    <a:t>Data</a:t>
                  </a:r>
                  <a:endParaRPr>
                    <a:latin typeface="Consolas" panose="020B0609020204030204" pitchFamily="49" charset="0"/>
                  </a:endParaRPr>
                </a:p>
              </p:txBody>
            </p:sp>
            <p:sp>
              <p:nvSpPr>
                <p:cNvPr id="521" name="Google Shape;521;p32"/>
                <p:cNvSpPr/>
                <p:nvPr/>
              </p:nvSpPr>
              <p:spPr>
                <a:xfrm>
                  <a:off x="7948250" y="3406050"/>
                  <a:ext cx="1076100" cy="284400"/>
                </a:xfrm>
                <a:prstGeom prst="rect">
                  <a:avLst/>
                </a:prstGeom>
                <a:solidFill>
                  <a:srgbClr val="CFE2F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nsolas" panose="020B0609020204030204" pitchFamily="49" charset="0"/>
                      <a:ea typeface="Courier New"/>
                      <a:cs typeface="Courier New"/>
                      <a:sym typeface="Courier New"/>
                    </a:rPr>
                    <a:t>heap</a:t>
                  </a:r>
                  <a:endParaRPr dirty="0">
                    <a:latin typeface="Consolas" panose="020B0609020204030204" pitchFamily="49" charset="0"/>
                  </a:endParaRPr>
                </a:p>
              </p:txBody>
            </p:sp>
            <p:sp>
              <p:nvSpPr>
                <p:cNvPr id="522" name="Google Shape;522;p32"/>
                <p:cNvSpPr/>
                <p:nvPr/>
              </p:nvSpPr>
              <p:spPr>
                <a:xfrm>
                  <a:off x="7948250" y="4268400"/>
                  <a:ext cx="1076100" cy="284400"/>
                </a:xfrm>
                <a:prstGeom prst="rect">
                  <a:avLst/>
                </a:prstGeom>
                <a:solidFill>
                  <a:srgbClr val="CFE2F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nsolas" panose="020B0609020204030204" pitchFamily="49" charset="0"/>
                      <a:ea typeface="Courier New"/>
                      <a:cs typeface="Courier New"/>
                      <a:sym typeface="Courier New"/>
                    </a:rPr>
                    <a:t>stack</a:t>
                  </a:r>
                  <a:endParaRPr dirty="0">
                    <a:latin typeface="Consolas" panose="020B0609020204030204" pitchFamily="49" charset="0"/>
                  </a:endParaRPr>
                </a:p>
              </p:txBody>
            </p:sp>
            <p:cxnSp>
              <p:nvCxnSpPr>
                <p:cNvPr id="523" name="Google Shape;523;p32"/>
                <p:cNvCxnSpPr>
                  <a:stCxn id="521" idx="2"/>
                </p:cNvCxnSpPr>
                <p:nvPr/>
              </p:nvCxnSpPr>
              <p:spPr>
                <a:xfrm>
                  <a:off x="8486300" y="3690450"/>
                  <a:ext cx="6900" cy="261300"/>
                </a:xfrm>
                <a:prstGeom prst="straightConnector1">
                  <a:avLst/>
                </a:prstGeom>
                <a:noFill/>
                <a:ln w="9525" cap="flat" cmpd="sng">
                  <a:solidFill>
                    <a:schemeClr val="dk1"/>
                  </a:solidFill>
                  <a:prstDash val="solid"/>
                  <a:round/>
                  <a:headEnd type="none" w="med" len="med"/>
                  <a:tailEnd type="triangle" w="med" len="med"/>
                </a:ln>
              </p:spPr>
            </p:cxnSp>
            <p:cxnSp>
              <p:nvCxnSpPr>
                <p:cNvPr id="524" name="Google Shape;524;p32"/>
                <p:cNvCxnSpPr>
                  <a:stCxn id="522" idx="0"/>
                </p:cNvCxnSpPr>
                <p:nvPr/>
              </p:nvCxnSpPr>
              <p:spPr>
                <a:xfrm rot="10800000" flipH="1">
                  <a:off x="8486300" y="4035600"/>
                  <a:ext cx="4200" cy="232800"/>
                </a:xfrm>
                <a:prstGeom prst="straightConnector1">
                  <a:avLst/>
                </a:prstGeom>
                <a:noFill/>
                <a:ln w="9525" cap="flat" cmpd="sng">
                  <a:solidFill>
                    <a:schemeClr val="dk1"/>
                  </a:solidFill>
                  <a:prstDash val="solid"/>
                  <a:round/>
                  <a:headEnd type="none" w="med" len="med"/>
                  <a:tailEnd type="triangle" w="med" len="med"/>
                </a:ln>
              </p:spPr>
            </p:cxnSp>
          </p:grpSp>
        </p:grpSp>
        <p:grpSp>
          <p:nvGrpSpPr>
            <p:cNvPr id="525" name="Google Shape;525;p32"/>
            <p:cNvGrpSpPr/>
            <p:nvPr/>
          </p:nvGrpSpPr>
          <p:grpSpPr>
            <a:xfrm>
              <a:off x="6409192" y="4826918"/>
              <a:ext cx="806322" cy="1163511"/>
              <a:chOff x="1775100" y="4022850"/>
              <a:chExt cx="1076100" cy="1739700"/>
            </a:xfrm>
          </p:grpSpPr>
          <p:sp>
            <p:nvSpPr>
              <p:cNvPr id="526" name="Google Shape;526;p32"/>
              <p:cNvSpPr/>
              <p:nvPr/>
            </p:nvSpPr>
            <p:spPr>
              <a:xfrm>
                <a:off x="1775100" y="4022850"/>
                <a:ext cx="1076100" cy="1739700"/>
              </a:xfrm>
              <a:prstGeom prst="rect">
                <a:avLst/>
              </a:prstGeom>
              <a:solidFill>
                <a:srgbClr val="EFEFEF"/>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panose="020B0609020204030204" pitchFamily="49" charset="0"/>
                </a:endParaRPr>
              </a:p>
            </p:txBody>
          </p:sp>
          <p:grpSp>
            <p:nvGrpSpPr>
              <p:cNvPr id="527" name="Google Shape;527;p32"/>
              <p:cNvGrpSpPr/>
              <p:nvPr/>
            </p:nvGrpSpPr>
            <p:grpSpPr>
              <a:xfrm>
                <a:off x="1775100" y="4022850"/>
                <a:ext cx="1076100" cy="1739675"/>
                <a:chOff x="7948250" y="2813125"/>
                <a:chExt cx="1076100" cy="1739675"/>
              </a:xfrm>
            </p:grpSpPr>
            <p:sp>
              <p:nvSpPr>
                <p:cNvPr id="528" name="Google Shape;528;p32"/>
                <p:cNvSpPr/>
                <p:nvPr/>
              </p:nvSpPr>
              <p:spPr>
                <a:xfrm>
                  <a:off x="7948250" y="2813125"/>
                  <a:ext cx="1076100" cy="2844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nsolas" panose="020B0609020204030204" pitchFamily="49" charset="0"/>
                      <a:ea typeface="Courier New"/>
                      <a:cs typeface="Courier New"/>
                      <a:sym typeface="Courier New"/>
                    </a:rPr>
                    <a:t>Code</a:t>
                  </a:r>
                  <a:endParaRPr sz="800" b="1" dirty="0">
                    <a:latin typeface="Consolas" panose="020B0609020204030204" pitchFamily="49" charset="0"/>
                    <a:ea typeface="Courier New"/>
                    <a:cs typeface="Courier New"/>
                    <a:sym typeface="Courier New"/>
                  </a:endParaRPr>
                </a:p>
              </p:txBody>
            </p:sp>
            <p:sp>
              <p:nvSpPr>
                <p:cNvPr id="529" name="Google Shape;529;p32"/>
                <p:cNvSpPr/>
                <p:nvPr/>
              </p:nvSpPr>
              <p:spPr>
                <a:xfrm>
                  <a:off x="7950650" y="3085775"/>
                  <a:ext cx="1073100" cy="370800"/>
                </a:xfrm>
                <a:prstGeom prst="rect">
                  <a:avLst/>
                </a:prstGeom>
                <a:solidFill>
                  <a:srgbClr val="FFE599"/>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a:latin typeface="Consolas" panose="020B0609020204030204" pitchFamily="49" charset="0"/>
                      <a:ea typeface="Courier New"/>
                      <a:cs typeface="Courier New"/>
                      <a:sym typeface="Courier New"/>
                    </a:rPr>
                    <a:t>Data</a:t>
                  </a:r>
                  <a:endParaRPr>
                    <a:latin typeface="Consolas" panose="020B0609020204030204" pitchFamily="49" charset="0"/>
                  </a:endParaRPr>
                </a:p>
              </p:txBody>
            </p:sp>
            <p:sp>
              <p:nvSpPr>
                <p:cNvPr id="530" name="Google Shape;530;p32"/>
                <p:cNvSpPr/>
                <p:nvPr/>
              </p:nvSpPr>
              <p:spPr>
                <a:xfrm>
                  <a:off x="7948250" y="3406050"/>
                  <a:ext cx="1076100" cy="284400"/>
                </a:xfrm>
                <a:prstGeom prst="rect">
                  <a:avLst/>
                </a:prstGeom>
                <a:solidFill>
                  <a:srgbClr val="CFE2F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nsolas" panose="020B0609020204030204" pitchFamily="49" charset="0"/>
                      <a:ea typeface="Courier New"/>
                      <a:cs typeface="Courier New"/>
                      <a:sym typeface="Courier New"/>
                    </a:rPr>
                    <a:t>heap</a:t>
                  </a:r>
                  <a:endParaRPr dirty="0">
                    <a:latin typeface="Consolas" panose="020B0609020204030204" pitchFamily="49" charset="0"/>
                  </a:endParaRPr>
                </a:p>
              </p:txBody>
            </p:sp>
            <p:sp>
              <p:nvSpPr>
                <p:cNvPr id="531" name="Google Shape;531;p32"/>
                <p:cNvSpPr/>
                <p:nvPr/>
              </p:nvSpPr>
              <p:spPr>
                <a:xfrm>
                  <a:off x="7948250" y="4268400"/>
                  <a:ext cx="1076100" cy="284400"/>
                </a:xfrm>
                <a:prstGeom prst="rect">
                  <a:avLst/>
                </a:prstGeom>
                <a:solidFill>
                  <a:srgbClr val="CFE2F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nsolas" panose="020B0609020204030204" pitchFamily="49" charset="0"/>
                      <a:ea typeface="Courier New"/>
                      <a:cs typeface="Courier New"/>
                      <a:sym typeface="Courier New"/>
                    </a:rPr>
                    <a:t>stack</a:t>
                  </a:r>
                  <a:endParaRPr dirty="0">
                    <a:latin typeface="Consolas" panose="020B0609020204030204" pitchFamily="49" charset="0"/>
                  </a:endParaRPr>
                </a:p>
              </p:txBody>
            </p:sp>
            <p:cxnSp>
              <p:nvCxnSpPr>
                <p:cNvPr id="532" name="Google Shape;532;p32"/>
                <p:cNvCxnSpPr>
                  <a:stCxn id="530" idx="2"/>
                </p:cNvCxnSpPr>
                <p:nvPr/>
              </p:nvCxnSpPr>
              <p:spPr>
                <a:xfrm>
                  <a:off x="8486300" y="3690450"/>
                  <a:ext cx="6900" cy="261300"/>
                </a:xfrm>
                <a:prstGeom prst="straightConnector1">
                  <a:avLst/>
                </a:prstGeom>
                <a:noFill/>
                <a:ln w="9525" cap="flat" cmpd="sng">
                  <a:solidFill>
                    <a:schemeClr val="dk1"/>
                  </a:solidFill>
                  <a:prstDash val="solid"/>
                  <a:round/>
                  <a:headEnd type="none" w="med" len="med"/>
                  <a:tailEnd type="triangle" w="med" len="med"/>
                </a:ln>
              </p:spPr>
            </p:cxnSp>
            <p:cxnSp>
              <p:nvCxnSpPr>
                <p:cNvPr id="533" name="Google Shape;533;p32"/>
                <p:cNvCxnSpPr>
                  <a:stCxn id="531" idx="0"/>
                </p:cNvCxnSpPr>
                <p:nvPr/>
              </p:nvCxnSpPr>
              <p:spPr>
                <a:xfrm rot="10800000" flipH="1">
                  <a:off x="8486300" y="4035600"/>
                  <a:ext cx="4200" cy="232800"/>
                </a:xfrm>
                <a:prstGeom prst="straightConnector1">
                  <a:avLst/>
                </a:prstGeom>
                <a:noFill/>
                <a:ln w="9525" cap="flat" cmpd="sng">
                  <a:solidFill>
                    <a:schemeClr val="dk1"/>
                  </a:solidFill>
                  <a:prstDash val="solid"/>
                  <a:round/>
                  <a:headEnd type="none" w="med" len="med"/>
                  <a:tailEnd type="triangle" w="med" len="med"/>
                </a:ln>
              </p:spPr>
            </p:cxnSp>
          </p:grpSp>
        </p:grpSp>
      </p:grpSp>
      <p:sp>
        <p:nvSpPr>
          <p:cNvPr id="534" name="Google Shape;534;p32"/>
          <p:cNvSpPr/>
          <p:nvPr/>
        </p:nvSpPr>
        <p:spPr>
          <a:xfrm>
            <a:off x="5916438" y="2274875"/>
            <a:ext cx="731100" cy="731100"/>
          </a:xfrm>
          <a:prstGeom prst="ellipse">
            <a:avLst/>
          </a:prstGeom>
          <a:solidFill>
            <a:srgbClr val="C9DAF8"/>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800">
                <a:latin typeface="Consolas" panose="020B0609020204030204" pitchFamily="49" charset="0"/>
                <a:ea typeface="Courier New"/>
                <a:cs typeface="Courier New"/>
                <a:sym typeface="Courier New"/>
              </a:rPr>
              <a:t>P1</a:t>
            </a:r>
            <a:endParaRPr sz="1800">
              <a:latin typeface="Consolas" panose="020B0609020204030204" pitchFamily="49" charset="0"/>
              <a:ea typeface="Courier New"/>
              <a:cs typeface="Courier New"/>
              <a:sym typeface="Courier New"/>
            </a:endParaRPr>
          </a:p>
        </p:txBody>
      </p:sp>
      <p:sp>
        <p:nvSpPr>
          <p:cNvPr id="535" name="Google Shape;535;p32"/>
          <p:cNvSpPr/>
          <p:nvPr/>
        </p:nvSpPr>
        <p:spPr>
          <a:xfrm>
            <a:off x="5858125" y="3867975"/>
            <a:ext cx="731100" cy="731100"/>
          </a:xfrm>
          <a:prstGeom prst="ellipse">
            <a:avLst/>
          </a:prstGeom>
          <a:solidFill>
            <a:srgbClr val="F4CCCC"/>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800">
                <a:latin typeface="Consolas" panose="020B0609020204030204" pitchFamily="49" charset="0"/>
                <a:ea typeface="Courier New"/>
                <a:cs typeface="Courier New"/>
                <a:sym typeface="Courier New"/>
              </a:rPr>
              <a:t>P2</a:t>
            </a:r>
            <a:endParaRPr sz="1800">
              <a:latin typeface="Consolas" panose="020B0609020204030204" pitchFamily="49" charset="0"/>
              <a:ea typeface="Courier New"/>
              <a:cs typeface="Courier New"/>
              <a:sym typeface="Courier New"/>
            </a:endParaRPr>
          </a:p>
        </p:txBody>
      </p:sp>
      <p:cxnSp>
        <p:nvCxnSpPr>
          <p:cNvPr id="536" name="Google Shape;536;p32"/>
          <p:cNvCxnSpPr/>
          <p:nvPr/>
        </p:nvCxnSpPr>
        <p:spPr>
          <a:xfrm rot="10800000" flipH="1">
            <a:off x="8555000" y="2002200"/>
            <a:ext cx="2125500" cy="137100"/>
          </a:xfrm>
          <a:prstGeom prst="straightConnector1">
            <a:avLst/>
          </a:prstGeom>
          <a:noFill/>
          <a:ln w="19050" cap="flat" cmpd="sng">
            <a:solidFill>
              <a:srgbClr val="FF9900"/>
            </a:solidFill>
            <a:prstDash val="dash"/>
            <a:round/>
            <a:headEnd type="none" w="med" len="med"/>
            <a:tailEnd type="none" w="med" len="med"/>
          </a:ln>
        </p:spPr>
      </p:cxnSp>
      <p:cxnSp>
        <p:nvCxnSpPr>
          <p:cNvPr id="537" name="Google Shape;537;p32"/>
          <p:cNvCxnSpPr/>
          <p:nvPr/>
        </p:nvCxnSpPr>
        <p:spPr>
          <a:xfrm rot="10800000" flipH="1">
            <a:off x="8555000" y="3175250"/>
            <a:ext cx="2128500" cy="140100"/>
          </a:xfrm>
          <a:prstGeom prst="straightConnector1">
            <a:avLst/>
          </a:prstGeom>
          <a:noFill/>
          <a:ln w="19050" cap="flat" cmpd="sng">
            <a:solidFill>
              <a:srgbClr val="FF9900"/>
            </a:solidFill>
            <a:prstDash val="dash"/>
            <a:round/>
            <a:headEnd type="none" w="med" len="med"/>
            <a:tailEnd type="none" w="med" len="med"/>
          </a:ln>
        </p:spPr>
      </p:cxnSp>
      <p:cxnSp>
        <p:nvCxnSpPr>
          <p:cNvPr id="538" name="Google Shape;538;p32"/>
          <p:cNvCxnSpPr/>
          <p:nvPr/>
        </p:nvCxnSpPr>
        <p:spPr>
          <a:xfrm rot="10800000" flipH="1">
            <a:off x="8555000" y="3720500"/>
            <a:ext cx="2128500" cy="26400"/>
          </a:xfrm>
          <a:prstGeom prst="straightConnector1">
            <a:avLst/>
          </a:prstGeom>
          <a:noFill/>
          <a:ln w="19050" cap="flat" cmpd="sng">
            <a:solidFill>
              <a:srgbClr val="FF9900"/>
            </a:solidFill>
            <a:prstDash val="dash"/>
            <a:round/>
            <a:headEnd type="none" w="med" len="med"/>
            <a:tailEnd type="none" w="med" len="med"/>
          </a:ln>
        </p:spPr>
      </p:cxnSp>
      <p:cxnSp>
        <p:nvCxnSpPr>
          <p:cNvPr id="539" name="Google Shape;539;p32"/>
          <p:cNvCxnSpPr/>
          <p:nvPr/>
        </p:nvCxnSpPr>
        <p:spPr>
          <a:xfrm rot="10800000" flipH="1">
            <a:off x="8549175" y="4893775"/>
            <a:ext cx="2134500" cy="24300"/>
          </a:xfrm>
          <a:prstGeom prst="straightConnector1">
            <a:avLst/>
          </a:prstGeom>
          <a:noFill/>
          <a:ln w="19050" cap="flat" cmpd="sng">
            <a:solidFill>
              <a:srgbClr val="FF9900"/>
            </a:solidFill>
            <a:prstDash val="dash"/>
            <a:round/>
            <a:headEnd type="none" w="med" len="med"/>
            <a:tailEnd type="none" w="med" len="med"/>
          </a:ln>
        </p:spPr>
      </p:cxnSp>
      <p:sp>
        <p:nvSpPr>
          <p:cNvPr id="540" name="Google Shape;540;p32"/>
          <p:cNvSpPr txBox="1"/>
          <p:nvPr/>
        </p:nvSpPr>
        <p:spPr>
          <a:xfrm>
            <a:off x="6708150" y="2486550"/>
            <a:ext cx="7311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s-ES" sz="800">
                <a:solidFill>
                  <a:srgbClr val="FF0000"/>
                </a:solidFill>
                <a:highlight>
                  <a:schemeClr val="lt1"/>
                </a:highlight>
                <a:latin typeface="Consolas" panose="020B0609020204030204" pitchFamily="49" charset="0"/>
                <a:ea typeface="Courier New"/>
                <a:cs typeface="Courier New"/>
                <a:sym typeface="Courier New"/>
              </a:rPr>
              <a:t>0x200000</a:t>
            </a:r>
            <a:endParaRPr sz="800">
              <a:solidFill>
                <a:srgbClr val="FF0000"/>
              </a:solidFill>
              <a:highlight>
                <a:schemeClr val="lt1"/>
              </a:highlight>
              <a:latin typeface="Consolas" panose="020B0609020204030204" pitchFamily="49" charset="0"/>
            </a:endParaRPr>
          </a:p>
        </p:txBody>
      </p:sp>
      <p:sp>
        <p:nvSpPr>
          <p:cNvPr id="541" name="Google Shape;541;p32"/>
          <p:cNvSpPr txBox="1"/>
          <p:nvPr/>
        </p:nvSpPr>
        <p:spPr>
          <a:xfrm>
            <a:off x="6696425" y="4075125"/>
            <a:ext cx="7311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s-ES" sz="800">
                <a:solidFill>
                  <a:srgbClr val="FF0000"/>
                </a:solidFill>
                <a:highlight>
                  <a:schemeClr val="lt1"/>
                </a:highlight>
                <a:latin typeface="Consolas" panose="020B0609020204030204" pitchFamily="49" charset="0"/>
                <a:ea typeface="Courier New"/>
                <a:cs typeface="Courier New"/>
                <a:sym typeface="Courier New"/>
              </a:rPr>
              <a:t>0x200000</a:t>
            </a:r>
            <a:endParaRPr sz="800">
              <a:solidFill>
                <a:srgbClr val="FF0000"/>
              </a:solidFill>
              <a:highlight>
                <a:schemeClr val="lt1"/>
              </a:highlight>
              <a:latin typeface="Consolas" panose="020B0609020204030204" pitchFamily="49" charset="0"/>
            </a:endParaRPr>
          </a:p>
        </p:txBody>
      </p:sp>
      <p:cxnSp>
        <p:nvCxnSpPr>
          <p:cNvPr id="542" name="Google Shape;542;p32"/>
          <p:cNvCxnSpPr/>
          <p:nvPr/>
        </p:nvCxnSpPr>
        <p:spPr>
          <a:xfrm rot="10800000" flipH="1">
            <a:off x="7375100" y="4232175"/>
            <a:ext cx="352200" cy="2700"/>
          </a:xfrm>
          <a:prstGeom prst="straightConnector1">
            <a:avLst/>
          </a:prstGeom>
          <a:noFill/>
          <a:ln w="19050" cap="flat" cmpd="sng">
            <a:solidFill>
              <a:srgbClr val="FF0000"/>
            </a:solidFill>
            <a:prstDash val="solid"/>
            <a:round/>
            <a:headEnd type="none" w="med" len="med"/>
            <a:tailEnd type="triangle" w="med" len="med"/>
          </a:ln>
        </p:spPr>
      </p:cxnSp>
      <p:cxnSp>
        <p:nvCxnSpPr>
          <p:cNvPr id="543" name="Google Shape;543;p32"/>
          <p:cNvCxnSpPr/>
          <p:nvPr/>
        </p:nvCxnSpPr>
        <p:spPr>
          <a:xfrm rot="10800000" flipH="1">
            <a:off x="7386750" y="2639075"/>
            <a:ext cx="352200" cy="2700"/>
          </a:xfrm>
          <a:prstGeom prst="straightConnector1">
            <a:avLst/>
          </a:prstGeom>
          <a:noFill/>
          <a:ln w="19050" cap="flat" cmpd="sng">
            <a:solidFill>
              <a:srgbClr val="FF0000"/>
            </a:solidFill>
            <a:prstDash val="solid"/>
            <a:round/>
            <a:headEnd type="none" w="med" len="med"/>
            <a:tailEnd type="triangle" w="med" len="med"/>
          </a:ln>
        </p:spPr>
      </p:cxnSp>
      <p:cxnSp>
        <p:nvCxnSpPr>
          <p:cNvPr id="544" name="Google Shape;544;p32"/>
          <p:cNvCxnSpPr>
            <a:stCxn id="501" idx="3"/>
            <a:endCxn id="521" idx="1"/>
          </p:cNvCxnSpPr>
          <p:nvPr/>
        </p:nvCxnSpPr>
        <p:spPr>
          <a:xfrm rot="10800000" flipH="1">
            <a:off x="8545201" y="2498895"/>
            <a:ext cx="2147100" cy="137400"/>
          </a:xfrm>
          <a:prstGeom prst="bentConnector3">
            <a:avLst>
              <a:gd name="adj1" fmla="val 50001"/>
            </a:avLst>
          </a:prstGeom>
          <a:noFill/>
          <a:ln w="19050" cap="flat" cmpd="sng">
            <a:solidFill>
              <a:srgbClr val="FF0000"/>
            </a:solidFill>
            <a:prstDash val="solid"/>
            <a:round/>
            <a:headEnd type="none" w="med" len="med"/>
            <a:tailEnd type="triangle" w="med" len="med"/>
          </a:ln>
        </p:spPr>
      </p:cxnSp>
      <p:cxnSp>
        <p:nvCxnSpPr>
          <p:cNvPr id="545" name="Google Shape;545;p32"/>
          <p:cNvCxnSpPr>
            <a:stCxn id="510" idx="3"/>
            <a:endCxn id="530" idx="1"/>
          </p:cNvCxnSpPr>
          <p:nvPr/>
        </p:nvCxnSpPr>
        <p:spPr>
          <a:xfrm rot="10800000" flipH="1">
            <a:off x="8545188" y="4213270"/>
            <a:ext cx="2147100" cy="29400"/>
          </a:xfrm>
          <a:prstGeom prst="bentConnector3">
            <a:avLst>
              <a:gd name="adj1" fmla="val 50001"/>
            </a:avLst>
          </a:prstGeom>
          <a:noFill/>
          <a:ln w="19050" cap="flat" cmpd="sng">
            <a:solidFill>
              <a:srgbClr val="FF0000"/>
            </a:solidFill>
            <a:prstDash val="solid"/>
            <a:round/>
            <a:headEnd type="none" w="med" len="med"/>
            <a:tailEnd type="triangle" w="med" len="med"/>
          </a:ln>
        </p:spPr>
      </p:cxnSp>
      <p:sp>
        <p:nvSpPr>
          <p:cNvPr id="546" name="Google Shape;546;p32"/>
          <p:cNvSpPr txBox="1"/>
          <p:nvPr/>
        </p:nvSpPr>
        <p:spPr>
          <a:xfrm>
            <a:off x="673321" y="2919122"/>
            <a:ext cx="3779801" cy="3610365"/>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ES" sz="1400" dirty="0" err="1">
                <a:solidFill>
                  <a:srgbClr val="24292E"/>
                </a:solidFill>
                <a:highlight>
                  <a:srgbClr val="FFFFFF"/>
                </a:highlight>
                <a:latin typeface="Consolas" panose="020B0609020204030204" pitchFamily="49" charset="0"/>
                <a:ea typeface="Courier New"/>
                <a:cs typeface="Courier New"/>
                <a:sym typeface="Courier New"/>
              </a:rPr>
              <a:t>prompt</a:t>
            </a:r>
            <a:r>
              <a:rPr lang="es-ES" sz="1400" dirty="0">
                <a:solidFill>
                  <a:srgbClr val="24292E"/>
                </a:solidFill>
                <a:highlight>
                  <a:srgbClr val="FFFFFF"/>
                </a:highlight>
                <a:latin typeface="Consolas" panose="020B0609020204030204" pitchFamily="49" charset="0"/>
                <a:ea typeface="Courier New"/>
                <a:cs typeface="Courier New"/>
                <a:sym typeface="Courier New"/>
              </a:rPr>
              <a:t>&gt; </a:t>
            </a:r>
            <a:r>
              <a:rPr lang="es-ES" sz="1400" dirty="0">
                <a:solidFill>
                  <a:srgbClr val="24292E"/>
                </a:solidFill>
                <a:highlight>
                  <a:srgbClr val="C9DAF8"/>
                </a:highlight>
                <a:latin typeface="Consolas" panose="020B0609020204030204" pitchFamily="49" charset="0"/>
                <a:ea typeface="Courier New"/>
                <a:cs typeface="Courier New"/>
                <a:sym typeface="Courier New"/>
              </a:rPr>
              <a:t>./</a:t>
            </a:r>
            <a:r>
              <a:rPr lang="es-ES" sz="1400" dirty="0" err="1">
                <a:solidFill>
                  <a:srgbClr val="24292E"/>
                </a:solidFill>
                <a:highlight>
                  <a:srgbClr val="C9DAF8"/>
                </a:highlight>
                <a:latin typeface="Consolas" panose="020B0609020204030204" pitchFamily="49" charset="0"/>
                <a:ea typeface="Courier New"/>
                <a:cs typeface="Courier New"/>
                <a:sym typeface="Courier New"/>
              </a:rPr>
              <a:t>mem</a:t>
            </a:r>
            <a:r>
              <a:rPr lang="es-ES" sz="1400" dirty="0">
                <a:solidFill>
                  <a:srgbClr val="24292E"/>
                </a:solidFill>
                <a:highlight>
                  <a:srgbClr val="C9DAF8"/>
                </a:highlight>
                <a:latin typeface="Consolas" panose="020B0609020204030204" pitchFamily="49" charset="0"/>
                <a:ea typeface="Courier New"/>
                <a:cs typeface="Courier New"/>
                <a:sym typeface="Courier New"/>
              </a:rPr>
              <a:t> 1</a:t>
            </a:r>
            <a:r>
              <a:rPr lang="es-ES" sz="1400" dirty="0">
                <a:solidFill>
                  <a:srgbClr val="24292E"/>
                </a:solidFill>
                <a:highlight>
                  <a:srgbClr val="FFFFFF"/>
                </a:highlight>
                <a:latin typeface="Consolas" panose="020B0609020204030204" pitchFamily="49" charset="0"/>
                <a:ea typeface="Courier New"/>
                <a:cs typeface="Courier New"/>
                <a:sym typeface="Courier New"/>
              </a:rPr>
              <a:t> &amp;; </a:t>
            </a:r>
            <a:r>
              <a:rPr lang="es-ES" sz="1400" dirty="0">
                <a:solidFill>
                  <a:srgbClr val="24292E"/>
                </a:solidFill>
                <a:highlight>
                  <a:srgbClr val="F4CCCC"/>
                </a:highlight>
                <a:latin typeface="Consolas" panose="020B0609020204030204" pitchFamily="49" charset="0"/>
                <a:ea typeface="Courier New"/>
                <a:cs typeface="Courier New"/>
                <a:sym typeface="Courier New"/>
              </a:rPr>
              <a:t>./</a:t>
            </a:r>
            <a:r>
              <a:rPr lang="es-ES" sz="1400" dirty="0" err="1">
                <a:solidFill>
                  <a:srgbClr val="24292E"/>
                </a:solidFill>
                <a:highlight>
                  <a:srgbClr val="F4CCCC"/>
                </a:highlight>
                <a:latin typeface="Consolas" panose="020B0609020204030204" pitchFamily="49" charset="0"/>
                <a:ea typeface="Courier New"/>
                <a:cs typeface="Courier New"/>
                <a:sym typeface="Courier New"/>
              </a:rPr>
              <a:t>mem</a:t>
            </a:r>
            <a:r>
              <a:rPr lang="es-ES" sz="1400" dirty="0">
                <a:solidFill>
                  <a:srgbClr val="24292E"/>
                </a:solidFill>
                <a:highlight>
                  <a:srgbClr val="F4CCCC"/>
                </a:highlight>
                <a:latin typeface="Consolas" panose="020B0609020204030204" pitchFamily="49" charset="0"/>
                <a:ea typeface="Courier New"/>
                <a:cs typeface="Courier New"/>
                <a:sym typeface="Courier New"/>
              </a:rPr>
              <a:t> 1</a:t>
            </a:r>
            <a:r>
              <a:rPr lang="es-ES" sz="1400" dirty="0">
                <a:solidFill>
                  <a:srgbClr val="24292E"/>
                </a:solidFill>
                <a:highlight>
                  <a:srgbClr val="FFFFFF"/>
                </a:highlight>
                <a:latin typeface="Consolas" panose="020B0609020204030204" pitchFamily="49" charset="0"/>
                <a:ea typeface="Courier New"/>
                <a:cs typeface="Courier New"/>
                <a:sym typeface="Courier New"/>
              </a:rPr>
              <a:t> &amp;</a:t>
            </a: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[1] </a:t>
            </a:r>
            <a:r>
              <a:rPr lang="es-ES" sz="1400" dirty="0">
                <a:solidFill>
                  <a:srgbClr val="24292E"/>
                </a:solidFill>
                <a:highlight>
                  <a:srgbClr val="C9DAF8"/>
                </a:highlight>
                <a:latin typeface="Consolas" panose="020B0609020204030204" pitchFamily="49" charset="0"/>
                <a:ea typeface="Courier New"/>
                <a:cs typeface="Courier New"/>
                <a:sym typeface="Courier New"/>
              </a:rPr>
              <a:t>24113</a:t>
            </a:r>
            <a:endParaRPr sz="1400" dirty="0">
              <a:solidFill>
                <a:srgbClr val="24292E"/>
              </a:solidFill>
              <a:highlight>
                <a:srgbClr val="C9DAF8"/>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[2] </a:t>
            </a:r>
            <a:r>
              <a:rPr lang="es-ES" sz="1400" dirty="0">
                <a:solidFill>
                  <a:srgbClr val="24292E"/>
                </a:solidFill>
                <a:highlight>
                  <a:srgbClr val="F4CCCC"/>
                </a:highlight>
                <a:latin typeface="Consolas" panose="020B0609020204030204" pitchFamily="49" charset="0"/>
                <a:ea typeface="Courier New"/>
                <a:cs typeface="Courier New"/>
                <a:sym typeface="Courier New"/>
              </a:rPr>
              <a:t>24114</a:t>
            </a:r>
            <a:endParaRPr sz="1400" dirty="0">
              <a:solidFill>
                <a:srgbClr val="24292E"/>
              </a:solidFill>
              <a:highlight>
                <a:srgbClr val="F4CCCC"/>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CFE2F3"/>
                </a:highlight>
                <a:latin typeface="Consolas" panose="020B0609020204030204" pitchFamily="49" charset="0"/>
                <a:ea typeface="Courier New"/>
                <a:cs typeface="Courier New"/>
                <a:sym typeface="Courier New"/>
              </a:rPr>
              <a:t>(24113) address </a:t>
            </a:r>
            <a:r>
              <a:rPr lang="es-ES" sz="1400" dirty="0" err="1">
                <a:solidFill>
                  <a:srgbClr val="24292E"/>
                </a:solidFill>
                <a:highlight>
                  <a:srgbClr val="CFE2F3"/>
                </a:highlight>
                <a:latin typeface="Consolas" panose="020B0609020204030204" pitchFamily="49" charset="0"/>
                <a:ea typeface="Courier New"/>
                <a:cs typeface="Courier New"/>
                <a:sym typeface="Courier New"/>
              </a:rPr>
              <a:t>pointed</a:t>
            </a:r>
            <a:r>
              <a:rPr lang="es-ES" sz="1400" dirty="0">
                <a:solidFill>
                  <a:srgbClr val="24292E"/>
                </a:solidFill>
                <a:highlight>
                  <a:srgbClr val="CFE2F3"/>
                </a:highlight>
                <a:latin typeface="Consolas" panose="020B0609020204030204" pitchFamily="49" charset="0"/>
                <a:ea typeface="Courier New"/>
                <a:cs typeface="Courier New"/>
                <a:sym typeface="Courier New"/>
              </a:rPr>
              <a:t> </a:t>
            </a:r>
            <a:r>
              <a:rPr lang="es-ES" sz="1400" dirty="0" err="1">
                <a:solidFill>
                  <a:srgbClr val="24292E"/>
                </a:solidFill>
                <a:highlight>
                  <a:srgbClr val="CFE2F3"/>
                </a:highlight>
                <a:latin typeface="Consolas" panose="020B0609020204030204" pitchFamily="49" charset="0"/>
                <a:ea typeface="Courier New"/>
                <a:cs typeface="Courier New"/>
                <a:sym typeface="Courier New"/>
              </a:rPr>
              <a:t>to</a:t>
            </a:r>
            <a:r>
              <a:rPr lang="es-ES" sz="1400" dirty="0">
                <a:solidFill>
                  <a:srgbClr val="24292E"/>
                </a:solidFill>
                <a:highlight>
                  <a:srgbClr val="CFE2F3"/>
                </a:highlight>
                <a:latin typeface="Consolas" panose="020B0609020204030204" pitchFamily="49" charset="0"/>
                <a:ea typeface="Courier New"/>
                <a:cs typeface="Courier New"/>
                <a:sym typeface="Courier New"/>
              </a:rPr>
              <a:t> </a:t>
            </a:r>
            <a:r>
              <a:rPr lang="es-ES" sz="1400" dirty="0" err="1">
                <a:solidFill>
                  <a:srgbClr val="24292E"/>
                </a:solidFill>
                <a:highlight>
                  <a:srgbClr val="CFE2F3"/>
                </a:highlight>
                <a:latin typeface="Consolas" panose="020B0609020204030204" pitchFamily="49" charset="0"/>
                <a:ea typeface="Courier New"/>
                <a:cs typeface="Courier New"/>
                <a:sym typeface="Courier New"/>
              </a:rPr>
              <a:t>by</a:t>
            </a:r>
            <a:r>
              <a:rPr lang="es-ES" sz="1400" dirty="0">
                <a:solidFill>
                  <a:srgbClr val="24292E"/>
                </a:solidFill>
                <a:highlight>
                  <a:srgbClr val="CFE2F3"/>
                </a:highlight>
                <a:latin typeface="Consolas" panose="020B0609020204030204" pitchFamily="49" charset="0"/>
                <a:ea typeface="Courier New"/>
                <a:cs typeface="Courier New"/>
                <a:sym typeface="Courier New"/>
              </a:rPr>
              <a:t> p: </a:t>
            </a:r>
            <a:r>
              <a:rPr lang="es-ES" sz="1400" dirty="0">
                <a:solidFill>
                  <a:srgbClr val="24292E"/>
                </a:solidFill>
                <a:highlight>
                  <a:srgbClr val="FFFF00"/>
                </a:highlight>
                <a:latin typeface="Consolas" panose="020B0609020204030204" pitchFamily="49" charset="0"/>
                <a:ea typeface="Courier New"/>
                <a:cs typeface="Courier New"/>
                <a:sym typeface="Courier New"/>
              </a:rPr>
              <a:t>0x200000</a:t>
            </a:r>
            <a:endParaRPr sz="1400" dirty="0">
              <a:solidFill>
                <a:srgbClr val="24292E"/>
              </a:solidFill>
              <a:highlight>
                <a:srgbClr val="FFFF00"/>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4CCCC"/>
                </a:highlight>
                <a:latin typeface="Consolas" panose="020B0609020204030204" pitchFamily="49" charset="0"/>
                <a:ea typeface="Courier New"/>
                <a:cs typeface="Courier New"/>
                <a:sym typeface="Courier New"/>
              </a:rPr>
              <a:t>(24114) address </a:t>
            </a:r>
            <a:r>
              <a:rPr lang="es-ES" sz="1400" dirty="0" err="1">
                <a:solidFill>
                  <a:srgbClr val="24292E"/>
                </a:solidFill>
                <a:highlight>
                  <a:srgbClr val="F4CCCC"/>
                </a:highlight>
                <a:latin typeface="Consolas" panose="020B0609020204030204" pitchFamily="49" charset="0"/>
                <a:ea typeface="Courier New"/>
                <a:cs typeface="Courier New"/>
                <a:sym typeface="Courier New"/>
              </a:rPr>
              <a:t>pointed</a:t>
            </a:r>
            <a:r>
              <a:rPr lang="es-ES" sz="1400" dirty="0">
                <a:solidFill>
                  <a:srgbClr val="24292E"/>
                </a:solidFill>
                <a:highlight>
                  <a:srgbClr val="F4CCCC"/>
                </a:highlight>
                <a:latin typeface="Consolas" panose="020B0609020204030204" pitchFamily="49" charset="0"/>
                <a:ea typeface="Courier New"/>
                <a:cs typeface="Courier New"/>
                <a:sym typeface="Courier New"/>
              </a:rPr>
              <a:t> </a:t>
            </a:r>
            <a:r>
              <a:rPr lang="es-ES" sz="1400" dirty="0" err="1">
                <a:solidFill>
                  <a:srgbClr val="24292E"/>
                </a:solidFill>
                <a:highlight>
                  <a:srgbClr val="F4CCCC"/>
                </a:highlight>
                <a:latin typeface="Consolas" panose="020B0609020204030204" pitchFamily="49" charset="0"/>
                <a:ea typeface="Courier New"/>
                <a:cs typeface="Courier New"/>
                <a:sym typeface="Courier New"/>
              </a:rPr>
              <a:t>to</a:t>
            </a:r>
            <a:r>
              <a:rPr lang="es-ES" sz="1400" dirty="0">
                <a:solidFill>
                  <a:srgbClr val="24292E"/>
                </a:solidFill>
                <a:highlight>
                  <a:srgbClr val="F4CCCC"/>
                </a:highlight>
                <a:latin typeface="Consolas" panose="020B0609020204030204" pitchFamily="49" charset="0"/>
                <a:ea typeface="Courier New"/>
                <a:cs typeface="Courier New"/>
                <a:sym typeface="Courier New"/>
              </a:rPr>
              <a:t> </a:t>
            </a:r>
            <a:r>
              <a:rPr lang="es-ES" sz="1400" dirty="0" err="1">
                <a:solidFill>
                  <a:srgbClr val="24292E"/>
                </a:solidFill>
                <a:highlight>
                  <a:srgbClr val="F4CCCC"/>
                </a:highlight>
                <a:latin typeface="Consolas" panose="020B0609020204030204" pitchFamily="49" charset="0"/>
                <a:ea typeface="Courier New"/>
                <a:cs typeface="Courier New"/>
                <a:sym typeface="Courier New"/>
              </a:rPr>
              <a:t>by</a:t>
            </a:r>
            <a:r>
              <a:rPr lang="es-ES" sz="1400" dirty="0">
                <a:solidFill>
                  <a:srgbClr val="24292E"/>
                </a:solidFill>
                <a:highlight>
                  <a:srgbClr val="F4CCCC"/>
                </a:highlight>
                <a:latin typeface="Consolas" panose="020B0609020204030204" pitchFamily="49" charset="0"/>
                <a:ea typeface="Courier New"/>
                <a:cs typeface="Courier New"/>
                <a:sym typeface="Courier New"/>
              </a:rPr>
              <a:t> p: </a:t>
            </a:r>
            <a:r>
              <a:rPr lang="es-ES" sz="1400" dirty="0">
                <a:solidFill>
                  <a:srgbClr val="24292E"/>
                </a:solidFill>
                <a:highlight>
                  <a:srgbClr val="FFFF00"/>
                </a:highlight>
                <a:latin typeface="Consolas" panose="020B0609020204030204" pitchFamily="49" charset="0"/>
                <a:ea typeface="Courier New"/>
                <a:cs typeface="Courier New"/>
                <a:sym typeface="Courier New"/>
              </a:rPr>
              <a:t>0x200000</a:t>
            </a:r>
            <a:endParaRPr sz="1400" dirty="0">
              <a:solidFill>
                <a:srgbClr val="24292E"/>
              </a:solidFill>
              <a:highlight>
                <a:srgbClr val="FFFF00"/>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C9DAF8"/>
                </a:highlight>
                <a:latin typeface="Consolas" panose="020B0609020204030204" pitchFamily="49" charset="0"/>
                <a:ea typeface="Courier New"/>
                <a:cs typeface="Courier New"/>
                <a:sym typeface="Courier New"/>
              </a:rPr>
              <a:t>(24113) p: 1</a:t>
            </a:r>
            <a:endParaRPr sz="1400" dirty="0">
              <a:solidFill>
                <a:srgbClr val="24292E"/>
              </a:solidFill>
              <a:highlight>
                <a:srgbClr val="C9DAF8"/>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4CCCC"/>
                </a:highlight>
                <a:latin typeface="Consolas" panose="020B0609020204030204" pitchFamily="49" charset="0"/>
                <a:ea typeface="Courier New"/>
                <a:cs typeface="Courier New"/>
                <a:sym typeface="Courier New"/>
              </a:rPr>
              <a:t>(24114) p: 1</a:t>
            </a:r>
            <a:endParaRPr sz="1400" dirty="0">
              <a:solidFill>
                <a:srgbClr val="24292E"/>
              </a:solidFill>
              <a:highlight>
                <a:srgbClr val="F4CCCC"/>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4CCCC"/>
                </a:highlight>
                <a:latin typeface="Consolas" panose="020B0609020204030204" pitchFamily="49" charset="0"/>
                <a:ea typeface="Courier New"/>
                <a:cs typeface="Courier New"/>
                <a:sym typeface="Courier New"/>
              </a:rPr>
              <a:t>(24114) p: 2</a:t>
            </a:r>
            <a:endParaRPr sz="1400" dirty="0">
              <a:solidFill>
                <a:srgbClr val="24292E"/>
              </a:solidFill>
              <a:highlight>
                <a:srgbClr val="F4CCCC"/>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C9DAF8"/>
                </a:highlight>
                <a:latin typeface="Consolas" panose="020B0609020204030204" pitchFamily="49" charset="0"/>
                <a:ea typeface="Courier New"/>
                <a:cs typeface="Courier New"/>
                <a:sym typeface="Courier New"/>
              </a:rPr>
              <a:t>(24113) p: 2</a:t>
            </a:r>
            <a:endParaRPr sz="1400" dirty="0">
              <a:solidFill>
                <a:srgbClr val="24292E"/>
              </a:solidFill>
              <a:highlight>
                <a:srgbClr val="C9DAF8"/>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CFE2F3"/>
                </a:highlight>
                <a:latin typeface="Consolas" panose="020B0609020204030204" pitchFamily="49" charset="0"/>
                <a:ea typeface="Courier New"/>
                <a:cs typeface="Courier New"/>
                <a:sym typeface="Courier New"/>
              </a:rPr>
              <a:t>(24113) p: 3</a:t>
            </a:r>
            <a:endParaRPr sz="1400" dirty="0">
              <a:solidFill>
                <a:srgbClr val="24292E"/>
              </a:solidFill>
              <a:highlight>
                <a:srgbClr val="CFE2F3"/>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4CCCC"/>
                </a:highlight>
                <a:latin typeface="Consolas" panose="020B0609020204030204" pitchFamily="49" charset="0"/>
                <a:ea typeface="Courier New"/>
                <a:cs typeface="Courier New"/>
                <a:sym typeface="Courier New"/>
              </a:rPr>
              <a:t>(24114) p: 3</a:t>
            </a:r>
            <a:endParaRPr sz="1400" dirty="0">
              <a:solidFill>
                <a:srgbClr val="24292E"/>
              </a:solidFill>
              <a:highlight>
                <a:srgbClr val="F4CCCC"/>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C9DAF8"/>
                </a:highlight>
                <a:latin typeface="Consolas" panose="020B0609020204030204" pitchFamily="49" charset="0"/>
                <a:ea typeface="Courier New"/>
                <a:cs typeface="Courier New"/>
                <a:sym typeface="Courier New"/>
              </a:rPr>
              <a:t>(24113) p: 4</a:t>
            </a:r>
            <a:endParaRPr sz="1400" dirty="0">
              <a:solidFill>
                <a:srgbClr val="24292E"/>
              </a:solidFill>
              <a:highlight>
                <a:srgbClr val="C9DAF8"/>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4CCCC"/>
                </a:highlight>
                <a:latin typeface="Consolas" panose="020B0609020204030204" pitchFamily="49" charset="0"/>
                <a:ea typeface="Courier New"/>
                <a:cs typeface="Courier New"/>
                <a:sym typeface="Courier New"/>
              </a:rPr>
              <a:t>(24114) p: 4</a:t>
            </a:r>
            <a:endParaRPr sz="1400" dirty="0">
              <a:solidFill>
                <a:srgbClr val="24292E"/>
              </a:solidFill>
              <a:highlight>
                <a:srgbClr val="F4CCCC"/>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400" dirty="0">
                <a:solidFill>
                  <a:srgbClr val="24292E"/>
                </a:solidFill>
                <a:highlight>
                  <a:srgbClr val="FFFFFF"/>
                </a:highlight>
                <a:latin typeface="Consolas" panose="020B0609020204030204" pitchFamily="49" charset="0"/>
                <a:ea typeface="Courier New"/>
                <a:cs typeface="Courier New"/>
                <a:sym typeface="Courier New"/>
              </a:rPr>
              <a:t>...</a:t>
            </a:r>
            <a:endParaRPr sz="14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endParaRPr sz="20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endParaRPr sz="20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endParaRPr sz="20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spcBef>
                <a:spcPts val="0"/>
              </a:spcBef>
              <a:spcAft>
                <a:spcPts val="0"/>
              </a:spcAft>
              <a:buNone/>
            </a:pPr>
            <a:endParaRPr sz="1600" dirty="0">
              <a:solidFill>
                <a:srgbClr val="24292E"/>
              </a:solidFill>
              <a:highlight>
                <a:srgbClr val="FFFFFF"/>
              </a:highlight>
              <a:latin typeface="Consolas" panose="020B0609020204030204" pitchFamily="49" charset="0"/>
              <a:ea typeface="Courier New"/>
              <a:cs typeface="Courier New"/>
              <a:sym typeface="Courier New"/>
            </a:endParaRPr>
          </a:p>
        </p:txBody>
      </p:sp>
      <p:sp>
        <p:nvSpPr>
          <p:cNvPr id="547" name="Google Shape;547;p32"/>
          <p:cNvSpPr txBox="1"/>
          <p:nvPr/>
        </p:nvSpPr>
        <p:spPr>
          <a:xfrm>
            <a:off x="5371363" y="3131063"/>
            <a:ext cx="1704600" cy="40007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ES" sz="1400" dirty="0">
                <a:solidFill>
                  <a:srgbClr val="24292E"/>
                </a:solidFill>
                <a:highlight>
                  <a:srgbClr val="C9DAF8"/>
                </a:highlight>
                <a:latin typeface="Consolas" panose="020B0609020204030204" pitchFamily="49" charset="0"/>
                <a:ea typeface="Courier New"/>
                <a:cs typeface="Courier New"/>
                <a:sym typeface="Courier New"/>
              </a:rPr>
              <a:t>pid(P1)= 21113</a:t>
            </a:r>
            <a:endParaRPr sz="1400" dirty="0">
              <a:highlight>
                <a:srgbClr val="C9DAF8"/>
              </a:highlight>
              <a:latin typeface="Consolas" panose="020B0609020204030204" pitchFamily="49" charset="0"/>
            </a:endParaRPr>
          </a:p>
        </p:txBody>
      </p:sp>
      <p:sp>
        <p:nvSpPr>
          <p:cNvPr id="548" name="Google Shape;548;p32"/>
          <p:cNvSpPr txBox="1"/>
          <p:nvPr/>
        </p:nvSpPr>
        <p:spPr>
          <a:xfrm>
            <a:off x="5429688" y="4807388"/>
            <a:ext cx="1704600" cy="40007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ES" sz="1400" dirty="0">
                <a:solidFill>
                  <a:srgbClr val="24292E"/>
                </a:solidFill>
                <a:highlight>
                  <a:srgbClr val="F4CCCC"/>
                </a:highlight>
                <a:latin typeface="Consolas" panose="020B0609020204030204" pitchFamily="49" charset="0"/>
                <a:ea typeface="Courier New"/>
                <a:cs typeface="Courier New"/>
                <a:sym typeface="Courier New"/>
              </a:rPr>
              <a:t>pid(P2)= 21114</a:t>
            </a:r>
            <a:endParaRPr sz="1400" dirty="0">
              <a:highlight>
                <a:srgbClr val="F4CCCC"/>
              </a:highlight>
              <a:latin typeface="Consolas" panose="020B0609020204030204" pitchFamily="49" charset="0"/>
            </a:endParaRPr>
          </a:p>
        </p:txBody>
      </p:sp>
      <p:sp>
        <p:nvSpPr>
          <p:cNvPr id="549" name="Google Shape;549;p32"/>
          <p:cNvSpPr txBox="1"/>
          <p:nvPr/>
        </p:nvSpPr>
        <p:spPr>
          <a:xfrm>
            <a:off x="6199350" y="1318050"/>
            <a:ext cx="1539600" cy="5541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s-ES" sz="1200">
                <a:latin typeface="Consolas" panose="020B0609020204030204" pitchFamily="49" charset="0"/>
                <a:ea typeface="Courier New"/>
                <a:cs typeface="Courier New"/>
                <a:sym typeface="Courier New"/>
              </a:rPr>
              <a:t>Dirección Virtual</a:t>
            </a:r>
            <a:endParaRPr sz="1200">
              <a:latin typeface="Consolas" panose="020B0609020204030204" pitchFamily="49" charset="0"/>
              <a:ea typeface="Courier New"/>
              <a:cs typeface="Courier New"/>
              <a:sym typeface="Courier New"/>
            </a:endParaRPr>
          </a:p>
        </p:txBody>
      </p:sp>
      <p:sp>
        <p:nvSpPr>
          <p:cNvPr id="550" name="Google Shape;550;p32"/>
          <p:cNvSpPr txBox="1"/>
          <p:nvPr/>
        </p:nvSpPr>
        <p:spPr>
          <a:xfrm>
            <a:off x="9035925" y="1246813"/>
            <a:ext cx="1539600" cy="369302"/>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s-ES" sz="1200">
                <a:latin typeface="Consolas" panose="020B0609020204030204" pitchFamily="49" charset="0"/>
                <a:ea typeface="Courier New"/>
                <a:cs typeface="Courier New"/>
                <a:sym typeface="Courier New"/>
              </a:rPr>
              <a:t>Dirección Física</a:t>
            </a:r>
            <a:endParaRPr sz="1200">
              <a:latin typeface="Consolas" panose="020B0609020204030204" pitchFamily="49" charset="0"/>
              <a:ea typeface="Courier New"/>
              <a:cs typeface="Courier New"/>
              <a:sym typeface="Courier New"/>
            </a:endParaRPr>
          </a:p>
        </p:txBody>
      </p:sp>
      <p:grpSp>
        <p:nvGrpSpPr>
          <p:cNvPr id="551" name="Google Shape;551;p32"/>
          <p:cNvGrpSpPr/>
          <p:nvPr/>
        </p:nvGrpSpPr>
        <p:grpSpPr>
          <a:xfrm>
            <a:off x="7439250" y="5328100"/>
            <a:ext cx="4426050" cy="738633"/>
            <a:chOff x="7439250" y="5328100"/>
            <a:chExt cx="4426050" cy="738633"/>
          </a:xfrm>
        </p:grpSpPr>
        <p:sp>
          <p:nvSpPr>
            <p:cNvPr id="552" name="Google Shape;552;p32"/>
            <p:cNvSpPr txBox="1"/>
            <p:nvPr/>
          </p:nvSpPr>
          <p:spPr>
            <a:xfrm>
              <a:off x="7439250" y="5328100"/>
              <a:ext cx="1539600" cy="73863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b="1">
                  <a:solidFill>
                    <a:srgbClr val="70AD47"/>
                  </a:solidFill>
                  <a:latin typeface="Consolas" panose="020B0609020204030204" pitchFamily="49" charset="0"/>
                  <a:ea typeface="Courier New"/>
                  <a:cs typeface="Courier New"/>
                  <a:sym typeface="Courier New"/>
                </a:rPr>
                <a:t>Memoria Virtual</a:t>
              </a:r>
              <a:endParaRPr b="1">
                <a:solidFill>
                  <a:srgbClr val="70AD47"/>
                </a:solidFill>
                <a:latin typeface="Consolas" panose="020B0609020204030204" pitchFamily="49" charset="0"/>
                <a:ea typeface="Courier New"/>
                <a:cs typeface="Courier New"/>
                <a:sym typeface="Courier New"/>
              </a:endParaRPr>
            </a:p>
          </p:txBody>
        </p:sp>
        <p:sp>
          <p:nvSpPr>
            <p:cNvPr id="553" name="Google Shape;553;p32"/>
            <p:cNvSpPr txBox="1"/>
            <p:nvPr/>
          </p:nvSpPr>
          <p:spPr>
            <a:xfrm>
              <a:off x="10325700" y="5328100"/>
              <a:ext cx="1539600" cy="73863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b="1">
                  <a:solidFill>
                    <a:schemeClr val="accent6"/>
                  </a:solidFill>
                  <a:latin typeface="Consolas" panose="020B0609020204030204" pitchFamily="49" charset="0"/>
                  <a:ea typeface="Courier New"/>
                  <a:cs typeface="Courier New"/>
                  <a:sym typeface="Courier New"/>
                </a:rPr>
                <a:t>Memoria Física</a:t>
              </a:r>
              <a:endParaRPr b="1">
                <a:solidFill>
                  <a:schemeClr val="accent6"/>
                </a:solidFill>
                <a:latin typeface="Consolas" panose="020B0609020204030204" pitchFamily="49" charset="0"/>
                <a:ea typeface="Courier New"/>
                <a:cs typeface="Courier New"/>
                <a:sym typeface="Courier New"/>
              </a:endParaRPr>
            </a:p>
          </p:txBody>
        </p:sp>
        <p:grpSp>
          <p:nvGrpSpPr>
            <p:cNvPr id="554" name="Google Shape;554;p32"/>
            <p:cNvGrpSpPr/>
            <p:nvPr/>
          </p:nvGrpSpPr>
          <p:grpSpPr>
            <a:xfrm>
              <a:off x="9023475" y="5328100"/>
              <a:ext cx="1353000" cy="615600"/>
              <a:chOff x="9023475" y="5328100"/>
              <a:chExt cx="1353000" cy="615600"/>
            </a:xfrm>
          </p:grpSpPr>
          <p:sp>
            <p:nvSpPr>
              <p:cNvPr id="555" name="Google Shape;555;p32"/>
              <p:cNvSpPr/>
              <p:nvPr/>
            </p:nvSpPr>
            <p:spPr>
              <a:xfrm>
                <a:off x="9023475" y="5328100"/>
                <a:ext cx="1353000" cy="615600"/>
              </a:xfrm>
              <a:prstGeom prst="rightArrow">
                <a:avLst>
                  <a:gd name="adj1" fmla="val 50000"/>
                  <a:gd name="adj2" fmla="val 50000"/>
                </a:avLst>
              </a:prstGeom>
              <a:solidFill>
                <a:srgbClr val="EA9999"/>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panose="020B0609020204030204" pitchFamily="49" charset="0"/>
                </a:endParaRPr>
              </a:p>
            </p:txBody>
          </p:sp>
          <p:sp>
            <p:nvSpPr>
              <p:cNvPr id="556" name="Google Shape;556;p32"/>
              <p:cNvSpPr txBox="1"/>
              <p:nvPr/>
            </p:nvSpPr>
            <p:spPr>
              <a:xfrm>
                <a:off x="9170324" y="5404300"/>
                <a:ext cx="9639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700" b="1" dirty="0">
                    <a:latin typeface="Consolas" panose="020B0609020204030204" pitchFamily="49" charset="0"/>
                    <a:ea typeface="Courier New"/>
                    <a:cs typeface="Courier New"/>
                    <a:sym typeface="Courier New"/>
                  </a:rPr>
                  <a:t>Mapeo</a:t>
                </a:r>
                <a:endParaRPr sz="1700" b="1" dirty="0">
                  <a:latin typeface="Consolas" panose="020B0609020204030204" pitchFamily="49" charset="0"/>
                  <a:ea typeface="Courier New"/>
                  <a:cs typeface="Courier New"/>
                  <a:sym typeface="Courier New"/>
                </a:endParaRPr>
              </a:p>
            </p:txBody>
          </p:sp>
        </p:grpSp>
      </p:grpSp>
      <p:pic>
        <p:nvPicPr>
          <p:cNvPr id="557" name="Google Shape;557;p32"/>
          <p:cNvPicPr preferRelativeResize="0"/>
          <p:nvPr/>
        </p:nvPicPr>
        <p:blipFill>
          <a:blip r:embed="rId3">
            <a:alphaModFix/>
          </a:blip>
          <a:stretch>
            <a:fillRect/>
          </a:stretch>
        </p:blipFill>
        <p:spPr>
          <a:xfrm>
            <a:off x="10646636" y="5890300"/>
            <a:ext cx="897725" cy="897725"/>
          </a:xfrm>
          <a:prstGeom prst="rect">
            <a:avLst/>
          </a:prstGeom>
          <a:noFill/>
          <a:ln>
            <a:noFill/>
          </a:ln>
        </p:spPr>
      </p:pic>
      <p:sp>
        <p:nvSpPr>
          <p:cNvPr id="68" name="Google Shape;462;p31">
            <a:extLst>
              <a:ext uri="{FF2B5EF4-FFF2-40B4-BE49-F238E27FC236}">
                <a16:creationId xmlns:a16="http://schemas.microsoft.com/office/drawing/2014/main" id="{AE862F47-DCB8-4F2C-8201-18BE5F1DBD26}"/>
              </a:ext>
            </a:extLst>
          </p:cNvPr>
          <p:cNvSpPr txBox="1">
            <a:spLocks noGrp="1"/>
          </p:cNvSpPr>
          <p:nvPr>
            <p:ph type="body" idx="1"/>
          </p:nvPr>
        </p:nvSpPr>
        <p:spPr>
          <a:xfrm>
            <a:off x="646571" y="1144112"/>
            <a:ext cx="4178526" cy="1354782"/>
          </a:xfrm>
          <a:prstGeom prst="rect">
            <a:avLst/>
          </a:prstGeom>
          <a:solidFill>
            <a:schemeClr val="accent4">
              <a:lumMod val="20000"/>
              <a:lumOff val="80000"/>
            </a:schemeClr>
          </a:solidFill>
        </p:spPr>
        <p:txBody>
          <a:bodyPr spcFirstLastPara="1" wrap="square" lIns="91425" tIns="45700" rIns="91425" bIns="45700" anchor="t" anchorCtr="0">
            <a:noAutofit/>
          </a:bodyPr>
          <a:lstStyle/>
          <a:p>
            <a:pPr marL="76200" lvl="0" indent="0" algn="l" rtl="0">
              <a:lnSpc>
                <a:spcPct val="100000"/>
              </a:lnSpc>
              <a:spcBef>
                <a:spcPts val="480"/>
              </a:spcBef>
              <a:spcAft>
                <a:spcPts val="0"/>
              </a:spcAft>
              <a:buSzPts val="2400"/>
              <a:buNone/>
            </a:pPr>
            <a:r>
              <a:rPr lang="es-ES" sz="2400" b="1" dirty="0">
                <a:latin typeface="+mn-lt"/>
              </a:rPr>
              <a:t>Virtualización de memoria</a:t>
            </a:r>
            <a:r>
              <a:rPr lang="es-ES" sz="2400" dirty="0">
                <a:latin typeface="+mn-lt"/>
              </a:rPr>
              <a:t>: Cada proceso cree que </a:t>
            </a:r>
            <a:r>
              <a:rPr lang="es-ES" sz="2400" b="1" dirty="0">
                <a:solidFill>
                  <a:srgbClr val="C00000"/>
                </a:solidFill>
                <a:latin typeface="+mn-lt"/>
              </a:rPr>
              <a:t>tiene su propia memoria</a:t>
            </a:r>
            <a:r>
              <a:rPr lang="es-ES" sz="2400" dirty="0">
                <a:latin typeface="+mn-lt"/>
              </a:rPr>
              <a:t>.</a:t>
            </a:r>
            <a:endParaRPr sz="2200" dirty="0">
              <a:latin typeface="+mn-lt"/>
            </a:endParaRPr>
          </a:p>
          <a:p>
            <a:pPr marL="0" lvl="0" indent="0" algn="l" rtl="0">
              <a:spcBef>
                <a:spcPts val="1000"/>
              </a:spcBef>
              <a:spcAft>
                <a:spcPts val="0"/>
              </a:spcAft>
              <a:buNone/>
            </a:pPr>
            <a:endParaRPr dirty="0">
              <a:latin typeface="+mn-lt"/>
            </a:endParaRPr>
          </a:p>
        </p:txBody>
      </p:sp>
      <p:sp>
        <p:nvSpPr>
          <p:cNvPr id="66" name="Rectángulo 65">
            <a:extLst>
              <a:ext uri="{FF2B5EF4-FFF2-40B4-BE49-F238E27FC236}">
                <a16:creationId xmlns:a16="http://schemas.microsoft.com/office/drawing/2014/main" id="{E6439DA4-381F-4410-91C3-65A14573F325}"/>
              </a:ext>
            </a:extLst>
          </p:cNvPr>
          <p:cNvSpPr/>
          <p:nvPr/>
        </p:nvSpPr>
        <p:spPr>
          <a:xfrm>
            <a:off x="10684669" y="1029001"/>
            <a:ext cx="821982" cy="561831"/>
          </a:xfrm>
          <a:prstGeom prst="rect">
            <a:avLst/>
          </a:prstGeom>
          <a:solidFill>
            <a:schemeClr val="accent6">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33"/>
          <p:cNvSpPr txBox="1">
            <a:spLocks noGrp="1"/>
          </p:cNvSpPr>
          <p:nvPr>
            <p:ph type="title"/>
          </p:nvPr>
        </p:nvSpPr>
        <p:spPr>
          <a:xfrm>
            <a:off x="516194" y="96038"/>
            <a:ext cx="10759156"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Virtualización de Memoria - Contextualización</a:t>
            </a:r>
            <a:endParaRPr dirty="0">
              <a:solidFill>
                <a:schemeClr val="tx1"/>
              </a:solidFill>
            </a:endParaRPr>
          </a:p>
        </p:txBody>
      </p:sp>
      <p:sp>
        <p:nvSpPr>
          <p:cNvPr id="563" name="Google Shape;563;p33"/>
          <p:cNvSpPr txBox="1">
            <a:spLocks noGrp="1"/>
          </p:cNvSpPr>
          <p:nvPr>
            <p:ph type="body" idx="1"/>
          </p:nvPr>
        </p:nvSpPr>
        <p:spPr>
          <a:xfrm>
            <a:off x="229349" y="892100"/>
            <a:ext cx="11832021" cy="2286529"/>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Clr>
                <a:schemeClr val="dk1"/>
              </a:buClr>
              <a:buSzPts val="1100"/>
              <a:buFont typeface="Arial"/>
              <a:buNone/>
            </a:pPr>
            <a:r>
              <a:rPr lang="es-ES" sz="2800" b="1" dirty="0">
                <a:solidFill>
                  <a:schemeClr val="accent1"/>
                </a:solidFill>
                <a:latin typeface="+mn-lt"/>
              </a:rPr>
              <a:t>Hardware Address Translation - Address Translation (AT) </a:t>
            </a:r>
            <a:endParaRPr sz="2800" b="1" dirty="0">
              <a:solidFill>
                <a:schemeClr val="accent1"/>
              </a:solidFill>
              <a:latin typeface="+mn-lt"/>
            </a:endParaRPr>
          </a:p>
          <a:p>
            <a:pPr marL="457200" lvl="0" indent="-368300" algn="l" rtl="0">
              <a:lnSpc>
                <a:spcPct val="100000"/>
              </a:lnSpc>
              <a:spcBef>
                <a:spcPts val="480"/>
              </a:spcBef>
              <a:spcAft>
                <a:spcPts val="0"/>
              </a:spcAft>
              <a:buSzPts val="2200"/>
              <a:buChar char="●"/>
            </a:pPr>
            <a:r>
              <a:rPr lang="es-ES" sz="2200" dirty="0">
                <a:latin typeface="+mn-lt"/>
              </a:rPr>
              <a:t>Mecanismo mediante el cual el hardware traduce cada acceso a memoria (</a:t>
            </a:r>
            <a:r>
              <a:rPr lang="es-ES" sz="2200" dirty="0" err="1">
                <a:latin typeface="+mn-lt"/>
              </a:rPr>
              <a:t>Instruction</a:t>
            </a:r>
            <a:r>
              <a:rPr lang="es-ES" sz="2200" dirty="0">
                <a:latin typeface="+mn-lt"/>
              </a:rPr>
              <a:t> </a:t>
            </a:r>
            <a:r>
              <a:rPr lang="es-ES" sz="2200" dirty="0" err="1">
                <a:latin typeface="+mn-lt"/>
              </a:rPr>
              <a:t>fetch</a:t>
            </a:r>
            <a:r>
              <a:rPr lang="es-ES" sz="2200" dirty="0">
                <a:latin typeface="+mn-lt"/>
              </a:rPr>
              <a:t> - Load - Store) cambiando la </a:t>
            </a:r>
            <a:r>
              <a:rPr lang="es-ES" sz="2200" b="1" dirty="0">
                <a:solidFill>
                  <a:srgbClr val="ED7D31"/>
                </a:solidFill>
                <a:latin typeface="+mn-lt"/>
              </a:rPr>
              <a:t>dirección virtual</a:t>
            </a:r>
            <a:r>
              <a:rPr lang="es-ES" sz="2200" dirty="0">
                <a:latin typeface="+mn-lt"/>
              </a:rPr>
              <a:t> proporcionada por la instrucción a una </a:t>
            </a:r>
            <a:r>
              <a:rPr lang="es-ES" sz="2200" b="1" dirty="0">
                <a:solidFill>
                  <a:srgbClr val="ED7D31"/>
                </a:solidFill>
                <a:latin typeface="+mn-lt"/>
              </a:rPr>
              <a:t>dirección física</a:t>
            </a:r>
            <a:r>
              <a:rPr lang="es-ES" sz="2200" dirty="0">
                <a:latin typeface="+mn-lt"/>
              </a:rPr>
              <a:t> donde la información deseada se encuentra actualmente localizada.</a:t>
            </a:r>
            <a:endParaRPr sz="2200" dirty="0">
              <a:latin typeface="+mn-lt"/>
            </a:endParaRPr>
          </a:p>
          <a:p>
            <a:pPr marL="457200" lvl="0" indent="-368300" algn="l" rtl="0">
              <a:lnSpc>
                <a:spcPct val="100000"/>
              </a:lnSpc>
              <a:spcBef>
                <a:spcPts val="0"/>
              </a:spcBef>
              <a:spcAft>
                <a:spcPts val="0"/>
              </a:spcAft>
              <a:buSzPts val="2200"/>
              <a:buChar char="●"/>
            </a:pPr>
            <a:r>
              <a:rPr lang="es-ES" sz="2200" b="1" dirty="0">
                <a:solidFill>
                  <a:srgbClr val="8CC63E"/>
                </a:solidFill>
                <a:latin typeface="+mn-lt"/>
              </a:rPr>
              <a:t>Objetivo de la AT</a:t>
            </a:r>
            <a:r>
              <a:rPr lang="es-ES" sz="2200" dirty="0">
                <a:solidFill>
                  <a:srgbClr val="8CC63E"/>
                </a:solidFill>
                <a:latin typeface="+mn-lt"/>
              </a:rPr>
              <a:t>:</a:t>
            </a:r>
            <a:r>
              <a:rPr lang="es-ES" sz="2200" dirty="0">
                <a:latin typeface="+mn-lt"/>
              </a:rPr>
              <a:t> Dar la ilusión a un programa de que tiene su propio espacio de direcciones privado (propio).</a:t>
            </a:r>
            <a:endParaRPr b="1" dirty="0">
              <a:latin typeface="+mn-lt"/>
            </a:endParaRPr>
          </a:p>
          <a:p>
            <a:pPr marL="0" lvl="0" indent="0" algn="l" rtl="0">
              <a:spcBef>
                <a:spcPts val="1000"/>
              </a:spcBef>
              <a:spcAft>
                <a:spcPts val="0"/>
              </a:spcAft>
              <a:buNone/>
            </a:pPr>
            <a:endParaRPr sz="2400" b="1" dirty="0">
              <a:solidFill>
                <a:srgbClr val="F8A02B"/>
              </a:solidFill>
              <a:latin typeface="+mn-lt"/>
            </a:endParaRPr>
          </a:p>
          <a:p>
            <a:pPr marL="0" lvl="0" indent="0" algn="l" rtl="0">
              <a:spcBef>
                <a:spcPts val="1000"/>
              </a:spcBef>
              <a:spcAft>
                <a:spcPts val="0"/>
              </a:spcAft>
              <a:buNone/>
            </a:pPr>
            <a:endParaRPr sz="2400" dirty="0">
              <a:latin typeface="+mn-lt"/>
            </a:endParaRPr>
          </a:p>
          <a:p>
            <a:pPr marL="457200" lvl="0" indent="0" algn="l" rtl="0">
              <a:spcBef>
                <a:spcPts val="1000"/>
              </a:spcBef>
              <a:spcAft>
                <a:spcPts val="0"/>
              </a:spcAft>
              <a:buNone/>
            </a:pPr>
            <a:endParaRPr sz="2400" b="1" dirty="0">
              <a:solidFill>
                <a:schemeClr val="accent2"/>
              </a:solidFill>
              <a:latin typeface="+mn-lt"/>
            </a:endParaRPr>
          </a:p>
          <a:p>
            <a:pPr marL="457200" lvl="0" indent="0" algn="l" rtl="0">
              <a:spcBef>
                <a:spcPts val="1000"/>
              </a:spcBef>
              <a:spcAft>
                <a:spcPts val="0"/>
              </a:spcAft>
              <a:buNone/>
            </a:pPr>
            <a:endParaRPr sz="2700" dirty="0">
              <a:latin typeface="+mn-lt"/>
            </a:endParaRPr>
          </a:p>
          <a:p>
            <a:pPr marL="0" lvl="0" indent="0" algn="l" rtl="0">
              <a:spcBef>
                <a:spcPts val="1000"/>
              </a:spcBef>
              <a:spcAft>
                <a:spcPts val="0"/>
              </a:spcAft>
              <a:buNone/>
            </a:pPr>
            <a:endParaRPr dirty="0">
              <a:latin typeface="+mn-lt"/>
            </a:endParaRPr>
          </a:p>
          <a:p>
            <a:pPr marL="0" lvl="0" indent="0" algn="l" rtl="0">
              <a:spcBef>
                <a:spcPts val="1000"/>
              </a:spcBef>
              <a:spcAft>
                <a:spcPts val="0"/>
              </a:spcAft>
              <a:buNone/>
            </a:pPr>
            <a:endParaRPr sz="2400" dirty="0">
              <a:latin typeface="+mn-lt"/>
            </a:endParaRPr>
          </a:p>
          <a:p>
            <a:pPr marL="0" lvl="0" indent="0" algn="l" rtl="0">
              <a:spcBef>
                <a:spcPts val="1000"/>
              </a:spcBef>
              <a:spcAft>
                <a:spcPts val="0"/>
              </a:spcAft>
              <a:buNone/>
            </a:pPr>
            <a:endParaRPr dirty="0">
              <a:latin typeface="+mn-lt"/>
            </a:endParaRPr>
          </a:p>
        </p:txBody>
      </p:sp>
      <p:grpSp>
        <p:nvGrpSpPr>
          <p:cNvPr id="564" name="Google Shape;564;p33"/>
          <p:cNvGrpSpPr/>
          <p:nvPr/>
        </p:nvGrpSpPr>
        <p:grpSpPr>
          <a:xfrm>
            <a:off x="783915" y="3536193"/>
            <a:ext cx="10949400" cy="2601000"/>
            <a:chOff x="1094825" y="3502875"/>
            <a:chExt cx="10949400" cy="2601000"/>
          </a:xfrm>
        </p:grpSpPr>
        <p:grpSp>
          <p:nvGrpSpPr>
            <p:cNvPr id="565" name="Google Shape;565;p33"/>
            <p:cNvGrpSpPr/>
            <p:nvPr/>
          </p:nvGrpSpPr>
          <p:grpSpPr>
            <a:xfrm>
              <a:off x="3591725" y="3502875"/>
              <a:ext cx="5773200" cy="2601000"/>
              <a:chOff x="3401900" y="3456225"/>
              <a:chExt cx="5773200" cy="2601000"/>
            </a:xfrm>
          </p:grpSpPr>
          <p:sp>
            <p:nvSpPr>
              <p:cNvPr id="566" name="Google Shape;566;p33"/>
              <p:cNvSpPr/>
              <p:nvPr/>
            </p:nvSpPr>
            <p:spPr>
              <a:xfrm>
                <a:off x="4883000" y="3456225"/>
                <a:ext cx="2811000" cy="2601000"/>
              </a:xfrm>
              <a:prstGeom prst="rect">
                <a:avLst/>
              </a:prstGeom>
              <a:solidFill>
                <a:schemeClr val="accent6">
                  <a:lumMod val="40000"/>
                  <a:lumOff val="60000"/>
                </a:scheme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3000" b="1" dirty="0">
                    <a:latin typeface="Consolas" panose="020B0609020204030204" pitchFamily="49" charset="0"/>
                    <a:ea typeface="Courier New"/>
                    <a:cs typeface="Courier New" panose="02070309020205020404" pitchFamily="49" charset="0"/>
                    <a:sym typeface="Courier New"/>
                  </a:rPr>
                  <a:t>Address Translation</a:t>
                </a:r>
                <a:endParaRPr sz="3000" b="1" dirty="0">
                  <a:latin typeface="Consolas" panose="020B0609020204030204" pitchFamily="49" charset="0"/>
                  <a:ea typeface="Courier New"/>
                  <a:cs typeface="Courier New" panose="02070309020205020404" pitchFamily="49" charset="0"/>
                  <a:sym typeface="Courier New"/>
                </a:endParaRPr>
              </a:p>
            </p:txBody>
          </p:sp>
          <p:cxnSp>
            <p:nvCxnSpPr>
              <p:cNvPr id="567" name="Google Shape;567;p33"/>
              <p:cNvCxnSpPr/>
              <p:nvPr/>
            </p:nvCxnSpPr>
            <p:spPr>
              <a:xfrm>
                <a:off x="3401900" y="4756725"/>
                <a:ext cx="1481100" cy="0"/>
              </a:xfrm>
              <a:prstGeom prst="straightConnector1">
                <a:avLst/>
              </a:prstGeom>
              <a:noFill/>
              <a:ln w="28575" cap="flat" cmpd="sng">
                <a:solidFill>
                  <a:schemeClr val="dk2"/>
                </a:solidFill>
                <a:prstDash val="solid"/>
                <a:round/>
                <a:headEnd type="none" w="med" len="med"/>
                <a:tailEnd type="triangle" w="med" len="med"/>
              </a:ln>
            </p:spPr>
          </p:cxnSp>
          <p:cxnSp>
            <p:nvCxnSpPr>
              <p:cNvPr id="568" name="Google Shape;568;p33"/>
              <p:cNvCxnSpPr/>
              <p:nvPr/>
            </p:nvCxnSpPr>
            <p:spPr>
              <a:xfrm>
                <a:off x="7694000" y="4756725"/>
                <a:ext cx="1481100" cy="0"/>
              </a:xfrm>
              <a:prstGeom prst="straightConnector1">
                <a:avLst/>
              </a:prstGeom>
              <a:noFill/>
              <a:ln w="28575" cap="flat" cmpd="sng">
                <a:solidFill>
                  <a:schemeClr val="dk2"/>
                </a:solidFill>
                <a:prstDash val="solid"/>
                <a:round/>
                <a:headEnd type="none" w="med" len="med"/>
                <a:tailEnd type="triangle" w="med" len="med"/>
              </a:ln>
            </p:spPr>
          </p:cxnSp>
        </p:grpSp>
        <p:sp>
          <p:nvSpPr>
            <p:cNvPr id="569" name="Google Shape;569;p33"/>
            <p:cNvSpPr txBox="1"/>
            <p:nvPr/>
          </p:nvSpPr>
          <p:spPr>
            <a:xfrm>
              <a:off x="1094825" y="3602775"/>
              <a:ext cx="2496900" cy="800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s-ES" sz="2000" dirty="0">
                  <a:latin typeface="Consolas" panose="020B0609020204030204" pitchFamily="49" charset="0"/>
                  <a:ea typeface="Courier New"/>
                  <a:cs typeface="Courier New" panose="02070309020205020404" pitchFamily="49" charset="0"/>
                  <a:sym typeface="Courier New"/>
                </a:rPr>
                <a:t>Virtual Address</a:t>
              </a:r>
              <a:endParaRPr sz="2000" dirty="0">
                <a:latin typeface="Consolas" panose="020B0609020204030204" pitchFamily="49" charset="0"/>
                <a:ea typeface="Courier New"/>
                <a:cs typeface="Courier New" panose="02070309020205020404" pitchFamily="49" charset="0"/>
                <a:sym typeface="Courier New"/>
              </a:endParaRPr>
            </a:p>
            <a:p>
              <a:pPr marL="0" lvl="0" indent="0" algn="ctr" rtl="0">
                <a:spcBef>
                  <a:spcPts val="0"/>
                </a:spcBef>
                <a:spcAft>
                  <a:spcPts val="0"/>
                </a:spcAft>
                <a:buNone/>
              </a:pPr>
              <a:r>
                <a:rPr lang="es-ES" sz="2000" dirty="0">
                  <a:solidFill>
                    <a:srgbClr val="FF0000"/>
                  </a:solidFill>
                  <a:latin typeface="Consolas" panose="020B0609020204030204" pitchFamily="49" charset="0"/>
                  <a:ea typeface="Courier New"/>
                  <a:cs typeface="Courier New" panose="02070309020205020404" pitchFamily="49" charset="0"/>
                  <a:sym typeface="Courier New"/>
                </a:rPr>
                <a:t>VA</a:t>
              </a:r>
              <a:endParaRPr sz="2000" dirty="0">
                <a:solidFill>
                  <a:srgbClr val="FF0000"/>
                </a:solidFill>
                <a:latin typeface="Consolas" panose="020B0609020204030204" pitchFamily="49" charset="0"/>
                <a:ea typeface="Courier New"/>
                <a:cs typeface="Courier New" panose="02070309020205020404" pitchFamily="49" charset="0"/>
                <a:sym typeface="Courier New"/>
              </a:endParaRPr>
            </a:p>
          </p:txBody>
        </p:sp>
        <p:sp>
          <p:nvSpPr>
            <p:cNvPr id="570" name="Google Shape;570;p33"/>
            <p:cNvSpPr txBox="1"/>
            <p:nvPr/>
          </p:nvSpPr>
          <p:spPr>
            <a:xfrm>
              <a:off x="9364925" y="3602775"/>
              <a:ext cx="2679300" cy="800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s-ES" sz="2000" dirty="0">
                  <a:latin typeface="Consolas" panose="020B0609020204030204" pitchFamily="49" charset="0"/>
                  <a:ea typeface="Courier New"/>
                  <a:cs typeface="Courier New" panose="02070309020205020404" pitchFamily="49" charset="0"/>
                  <a:sym typeface="Courier New"/>
                </a:rPr>
                <a:t>Physical Address</a:t>
              </a:r>
              <a:endParaRPr sz="2000" dirty="0">
                <a:latin typeface="Consolas" panose="020B0609020204030204" pitchFamily="49" charset="0"/>
                <a:ea typeface="Courier New"/>
                <a:cs typeface="Courier New" panose="02070309020205020404" pitchFamily="49" charset="0"/>
                <a:sym typeface="Courier New"/>
              </a:endParaRPr>
            </a:p>
            <a:p>
              <a:pPr marL="0" lvl="0" indent="0" algn="ctr" rtl="0">
                <a:spcBef>
                  <a:spcPts val="0"/>
                </a:spcBef>
                <a:spcAft>
                  <a:spcPts val="0"/>
                </a:spcAft>
                <a:buNone/>
              </a:pPr>
              <a:r>
                <a:rPr lang="es-ES" sz="2000" dirty="0">
                  <a:solidFill>
                    <a:srgbClr val="FF0000"/>
                  </a:solidFill>
                  <a:latin typeface="Consolas" panose="020B0609020204030204" pitchFamily="49" charset="0"/>
                  <a:ea typeface="Courier New"/>
                  <a:cs typeface="Courier New" panose="02070309020205020404" pitchFamily="49" charset="0"/>
                  <a:sym typeface="Courier New"/>
                </a:rPr>
                <a:t>PA</a:t>
              </a:r>
              <a:endParaRPr sz="2000" dirty="0">
                <a:solidFill>
                  <a:srgbClr val="FF0000"/>
                </a:solidFill>
                <a:latin typeface="Consolas" panose="020B0609020204030204" pitchFamily="49" charset="0"/>
                <a:ea typeface="Courier New"/>
                <a:cs typeface="Courier New" panose="02070309020205020404" pitchFamily="49" charset="0"/>
                <a:sym typeface="Courier New"/>
              </a:endParaRPr>
            </a:p>
          </p:txBody>
        </p:sp>
      </p:grpSp>
      <p:grpSp>
        <p:nvGrpSpPr>
          <p:cNvPr id="4" name="Grupo 3">
            <a:extLst>
              <a:ext uri="{FF2B5EF4-FFF2-40B4-BE49-F238E27FC236}">
                <a16:creationId xmlns:a16="http://schemas.microsoft.com/office/drawing/2014/main" id="{97AD414A-CE67-4D6C-8D37-99BB0573A1CA}"/>
              </a:ext>
            </a:extLst>
          </p:cNvPr>
          <p:cNvGrpSpPr/>
          <p:nvPr/>
        </p:nvGrpSpPr>
        <p:grpSpPr>
          <a:xfrm>
            <a:off x="9853845" y="4620923"/>
            <a:ext cx="1079641" cy="1787160"/>
            <a:chOff x="9853845" y="4620923"/>
            <a:chExt cx="1079641" cy="1787160"/>
          </a:xfrm>
        </p:grpSpPr>
        <p:sp>
          <p:nvSpPr>
            <p:cNvPr id="26" name="Rectángulo 25">
              <a:extLst>
                <a:ext uri="{FF2B5EF4-FFF2-40B4-BE49-F238E27FC236}">
                  <a16:creationId xmlns:a16="http://schemas.microsoft.com/office/drawing/2014/main" id="{65D1D6DB-28BD-48CC-A8B2-60EF72C98440}"/>
                </a:ext>
              </a:extLst>
            </p:cNvPr>
            <p:cNvSpPr/>
            <p:nvPr/>
          </p:nvSpPr>
          <p:spPr>
            <a:xfrm>
              <a:off x="9853846" y="5522972"/>
              <a:ext cx="1079639" cy="545289"/>
            </a:xfrm>
            <a:prstGeom prst="rect">
              <a:avLst/>
            </a:prstGeom>
            <a:solidFill>
              <a:schemeClr val="accent1">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8" name="Rectángulo 27">
              <a:extLst>
                <a:ext uri="{FF2B5EF4-FFF2-40B4-BE49-F238E27FC236}">
                  <a16:creationId xmlns:a16="http://schemas.microsoft.com/office/drawing/2014/main" id="{6C0FBADD-CE22-4472-809D-33644A7ED8AC}"/>
                </a:ext>
              </a:extLst>
            </p:cNvPr>
            <p:cNvSpPr/>
            <p:nvPr/>
          </p:nvSpPr>
          <p:spPr>
            <a:xfrm>
              <a:off x="9853845" y="4621312"/>
              <a:ext cx="1079639" cy="545289"/>
            </a:xfrm>
            <a:prstGeom prst="rect">
              <a:avLst/>
            </a:prstGeom>
            <a:solidFill>
              <a:schemeClr val="accent6">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9" name="Rectángulo 28">
              <a:extLst>
                <a:ext uri="{FF2B5EF4-FFF2-40B4-BE49-F238E27FC236}">
                  <a16:creationId xmlns:a16="http://schemas.microsoft.com/office/drawing/2014/main" id="{25D8BB44-C206-4826-BD0A-D082C8E6942F}"/>
                </a:ext>
              </a:extLst>
            </p:cNvPr>
            <p:cNvSpPr/>
            <p:nvPr/>
          </p:nvSpPr>
          <p:spPr>
            <a:xfrm>
              <a:off x="9853848" y="4620923"/>
              <a:ext cx="1079638" cy="178716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0" name="CuadroTexto 29">
              <a:extLst>
                <a:ext uri="{FF2B5EF4-FFF2-40B4-BE49-F238E27FC236}">
                  <a16:creationId xmlns:a16="http://schemas.microsoft.com/office/drawing/2014/main" id="{8439915C-8F13-4288-803E-ECDE71B68899}"/>
                </a:ext>
              </a:extLst>
            </p:cNvPr>
            <p:cNvSpPr txBox="1"/>
            <p:nvPr/>
          </p:nvSpPr>
          <p:spPr>
            <a:xfrm>
              <a:off x="10106558" y="4687902"/>
              <a:ext cx="574211" cy="307777"/>
            </a:xfrm>
            <a:prstGeom prst="rect">
              <a:avLst/>
            </a:prstGeom>
            <a:noFill/>
          </p:spPr>
          <p:txBody>
            <a:bodyPr wrap="square" rtlCol="0">
              <a:spAutoFit/>
            </a:bodyPr>
            <a:lstStyle/>
            <a:p>
              <a:pPr algn="ctr"/>
              <a:r>
                <a:rPr lang="es-CO" sz="1400" b="1" dirty="0">
                  <a:latin typeface="Consolas" panose="020B0609020204030204" pitchFamily="49" charset="0"/>
                </a:rPr>
                <a:t>SO</a:t>
              </a:r>
            </a:p>
          </p:txBody>
        </p:sp>
        <p:sp>
          <p:nvSpPr>
            <p:cNvPr id="32" name="CuadroTexto 31">
              <a:extLst>
                <a:ext uri="{FF2B5EF4-FFF2-40B4-BE49-F238E27FC236}">
                  <a16:creationId xmlns:a16="http://schemas.microsoft.com/office/drawing/2014/main" id="{8C023F76-4E2D-49B3-9576-C123C6665108}"/>
                </a:ext>
              </a:extLst>
            </p:cNvPr>
            <p:cNvSpPr txBox="1"/>
            <p:nvPr/>
          </p:nvSpPr>
          <p:spPr>
            <a:xfrm>
              <a:off x="10106557" y="5479564"/>
              <a:ext cx="574211" cy="307777"/>
            </a:xfrm>
            <a:prstGeom prst="rect">
              <a:avLst/>
            </a:prstGeom>
            <a:noFill/>
          </p:spPr>
          <p:txBody>
            <a:bodyPr wrap="square" rtlCol="0">
              <a:spAutoFit/>
            </a:bodyPr>
            <a:lstStyle/>
            <a:p>
              <a:pPr algn="ctr"/>
              <a:r>
                <a:rPr lang="es-CO" sz="1400" b="1" dirty="0">
                  <a:latin typeface="Consolas" panose="020B0609020204030204" pitchFamily="49" charset="0"/>
                </a:rPr>
                <a:t>P</a:t>
              </a:r>
            </a:p>
          </p:txBody>
        </p:sp>
      </p:grpSp>
      <p:grpSp>
        <p:nvGrpSpPr>
          <p:cNvPr id="10" name="Grupo 9">
            <a:extLst>
              <a:ext uri="{FF2B5EF4-FFF2-40B4-BE49-F238E27FC236}">
                <a16:creationId xmlns:a16="http://schemas.microsoft.com/office/drawing/2014/main" id="{42B302AA-9D24-4BF2-B6B9-9AD0A7F15ABD}"/>
              </a:ext>
            </a:extLst>
          </p:cNvPr>
          <p:cNvGrpSpPr/>
          <p:nvPr/>
        </p:nvGrpSpPr>
        <p:grpSpPr>
          <a:xfrm>
            <a:off x="1054380" y="4836693"/>
            <a:ext cx="2212199" cy="1129868"/>
            <a:chOff x="1054380" y="4836693"/>
            <a:chExt cx="2212199" cy="1129868"/>
          </a:xfrm>
        </p:grpSpPr>
        <p:grpSp>
          <p:nvGrpSpPr>
            <p:cNvPr id="11" name="Grupo 10">
              <a:extLst>
                <a:ext uri="{FF2B5EF4-FFF2-40B4-BE49-F238E27FC236}">
                  <a16:creationId xmlns:a16="http://schemas.microsoft.com/office/drawing/2014/main" id="{E69E24BF-2887-48A7-A34D-6AE6B3570895}"/>
                </a:ext>
              </a:extLst>
            </p:cNvPr>
            <p:cNvGrpSpPr/>
            <p:nvPr/>
          </p:nvGrpSpPr>
          <p:grpSpPr>
            <a:xfrm>
              <a:off x="1054380" y="4836693"/>
              <a:ext cx="731100" cy="1090916"/>
              <a:chOff x="5902719" y="2562847"/>
              <a:chExt cx="731100" cy="1090916"/>
            </a:xfrm>
          </p:grpSpPr>
          <p:grpSp>
            <p:nvGrpSpPr>
              <p:cNvPr id="12" name="Grupo 11">
                <a:extLst>
                  <a:ext uri="{FF2B5EF4-FFF2-40B4-BE49-F238E27FC236}">
                    <a16:creationId xmlns:a16="http://schemas.microsoft.com/office/drawing/2014/main" id="{A36DE29F-5952-4DC6-9975-63B601DA750A}"/>
                  </a:ext>
                </a:extLst>
              </p:cNvPr>
              <p:cNvGrpSpPr/>
              <p:nvPr/>
            </p:nvGrpSpPr>
            <p:grpSpPr>
              <a:xfrm>
                <a:off x="5902719" y="2922663"/>
                <a:ext cx="731100" cy="731100"/>
                <a:chOff x="5902719" y="2922663"/>
                <a:chExt cx="731100" cy="731100"/>
              </a:xfrm>
            </p:grpSpPr>
            <p:sp>
              <p:nvSpPr>
                <p:cNvPr id="14" name="Google Shape;425;p29">
                  <a:extLst>
                    <a:ext uri="{FF2B5EF4-FFF2-40B4-BE49-F238E27FC236}">
                      <a16:creationId xmlns:a16="http://schemas.microsoft.com/office/drawing/2014/main" id="{96071D51-56FB-4DA6-875D-409AAB7C104C}"/>
                    </a:ext>
                  </a:extLst>
                </p:cNvPr>
                <p:cNvSpPr/>
                <p:nvPr/>
              </p:nvSpPr>
              <p:spPr>
                <a:xfrm>
                  <a:off x="5902719" y="2922663"/>
                  <a:ext cx="731100" cy="731100"/>
                </a:xfrm>
                <a:prstGeom prst="ellipse">
                  <a:avLst/>
                </a:prstGeom>
                <a:solidFill>
                  <a:schemeClr val="accent1">
                    <a:lumMod val="20000"/>
                    <a:lumOff val="80000"/>
                  </a:schemeClr>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dirty="0">
                    <a:latin typeface="Consolas" panose="020B0609020204030204" pitchFamily="49" charset="0"/>
                    <a:ea typeface="Courier New"/>
                    <a:cs typeface="Courier New"/>
                    <a:sym typeface="Courier New"/>
                  </a:endParaRPr>
                </a:p>
              </p:txBody>
            </p:sp>
            <p:grpSp>
              <p:nvGrpSpPr>
                <p:cNvPr id="15" name="Grupo 14">
                  <a:extLst>
                    <a:ext uri="{FF2B5EF4-FFF2-40B4-BE49-F238E27FC236}">
                      <a16:creationId xmlns:a16="http://schemas.microsoft.com/office/drawing/2014/main" id="{E68DCC59-48DD-4AAD-8075-EF014351CF97}"/>
                    </a:ext>
                  </a:extLst>
                </p:cNvPr>
                <p:cNvGrpSpPr/>
                <p:nvPr/>
              </p:nvGrpSpPr>
              <p:grpSpPr>
                <a:xfrm>
                  <a:off x="6063540" y="3097569"/>
                  <a:ext cx="402694" cy="400320"/>
                  <a:chOff x="6063540" y="3097569"/>
                  <a:chExt cx="402694" cy="400320"/>
                </a:xfrm>
              </p:grpSpPr>
              <mc:AlternateContent xmlns:mc="http://schemas.openxmlformats.org/markup-compatibility/2006" xmlns:p14="http://schemas.microsoft.com/office/powerpoint/2010/main">
                <mc:Choice Requires="p14">
                  <p:contentPart p14:bwMode="auto" r:id="rId3">
                    <p14:nvContentPartPr>
                      <p14:cNvPr id="16" name="Entrada de lápiz 15">
                        <a:extLst>
                          <a:ext uri="{FF2B5EF4-FFF2-40B4-BE49-F238E27FC236}">
                            <a16:creationId xmlns:a16="http://schemas.microsoft.com/office/drawing/2014/main" id="{A7EE946D-C4CE-4B90-99F7-DFC103A08408}"/>
                          </a:ext>
                        </a:extLst>
                      </p14:cNvPr>
                      <p14:cNvContentPartPr/>
                      <p14:nvPr/>
                    </p14:nvContentPartPr>
                    <p14:xfrm>
                      <a:off x="6063540" y="3097569"/>
                      <a:ext cx="70560" cy="400320"/>
                    </p14:xfrm>
                  </p:contentPart>
                </mc:Choice>
                <mc:Fallback xmlns="">
                  <p:pic>
                    <p:nvPicPr>
                      <p:cNvPr id="16" name="Entrada de lápiz 15">
                        <a:extLst>
                          <a:ext uri="{FF2B5EF4-FFF2-40B4-BE49-F238E27FC236}">
                            <a16:creationId xmlns:a16="http://schemas.microsoft.com/office/drawing/2014/main" id="{A7EE946D-C4CE-4B90-99F7-DFC103A08408}"/>
                          </a:ext>
                        </a:extLst>
                      </p:cNvPr>
                      <p:cNvPicPr/>
                      <p:nvPr/>
                    </p:nvPicPr>
                    <p:blipFill>
                      <a:blip r:embed="rId4"/>
                      <a:stretch>
                        <a:fillRect/>
                      </a:stretch>
                    </p:blipFill>
                    <p:spPr>
                      <a:xfrm>
                        <a:off x="6059220" y="3093249"/>
                        <a:ext cx="79200" cy="408960"/>
                      </a:xfrm>
                      <a:prstGeom prst="rect">
                        <a:avLst/>
                      </a:prstGeom>
                    </p:spPr>
                  </p:pic>
                </mc:Fallback>
              </mc:AlternateContent>
              <p:grpSp>
                <p:nvGrpSpPr>
                  <p:cNvPr id="17" name="Grupo 16">
                    <a:extLst>
                      <a:ext uri="{FF2B5EF4-FFF2-40B4-BE49-F238E27FC236}">
                        <a16:creationId xmlns:a16="http://schemas.microsoft.com/office/drawing/2014/main" id="{90C1E9C2-3777-40AC-B6C2-079766C2B99F}"/>
                      </a:ext>
                    </a:extLst>
                  </p:cNvPr>
                  <p:cNvGrpSpPr/>
                  <p:nvPr/>
                </p:nvGrpSpPr>
                <p:grpSpPr>
                  <a:xfrm>
                    <a:off x="6237634" y="3147427"/>
                    <a:ext cx="228600" cy="281573"/>
                    <a:chOff x="6237634" y="3147427"/>
                    <a:chExt cx="228600" cy="281573"/>
                  </a:xfrm>
                </p:grpSpPr>
                <p:sp>
                  <p:nvSpPr>
                    <p:cNvPr id="18" name="Rectángulo 17">
                      <a:extLst>
                        <a:ext uri="{FF2B5EF4-FFF2-40B4-BE49-F238E27FC236}">
                          <a16:creationId xmlns:a16="http://schemas.microsoft.com/office/drawing/2014/main" id="{0D7F47A7-814B-47B7-9D42-CCB6270C1AA2}"/>
                        </a:ext>
                      </a:extLst>
                    </p:cNvPr>
                    <p:cNvSpPr/>
                    <p:nvPr/>
                  </p:nvSpPr>
                  <p:spPr>
                    <a:xfrm>
                      <a:off x="6237634" y="3147427"/>
                      <a:ext cx="228600" cy="28157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9" name="Conector recto 18">
                      <a:extLst>
                        <a:ext uri="{FF2B5EF4-FFF2-40B4-BE49-F238E27FC236}">
                          <a16:creationId xmlns:a16="http://schemas.microsoft.com/office/drawing/2014/main" id="{EF8FEFF8-FB28-43CA-A559-60E59AD13822}"/>
                        </a:ext>
                      </a:extLst>
                    </p:cNvPr>
                    <p:cNvCxnSpPr>
                      <a:stCxn id="18" idx="1"/>
                      <a:endCxn id="18" idx="3"/>
                    </p:cNvCxnSpPr>
                    <p:nvPr/>
                  </p:nvCxnSpPr>
                  <p:spPr>
                    <a:xfrm>
                      <a:off x="6237634" y="3288214"/>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A097A25C-60AD-4F59-8C68-8468F43B1C96}"/>
                        </a:ext>
                      </a:extLst>
                    </p:cNvPr>
                    <p:cNvCxnSpPr/>
                    <p:nvPr/>
                  </p:nvCxnSpPr>
                  <p:spPr>
                    <a:xfrm>
                      <a:off x="6237634" y="3219158"/>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32ABE01A-C27F-4724-AC1E-9B2D55771854}"/>
                        </a:ext>
                      </a:extLst>
                    </p:cNvPr>
                    <p:cNvCxnSpPr/>
                    <p:nvPr/>
                  </p:nvCxnSpPr>
                  <p:spPr>
                    <a:xfrm>
                      <a:off x="6237634" y="3359652"/>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13" name="CuadroTexto 12">
                <a:extLst>
                  <a:ext uri="{FF2B5EF4-FFF2-40B4-BE49-F238E27FC236}">
                    <a16:creationId xmlns:a16="http://schemas.microsoft.com/office/drawing/2014/main" id="{56488724-EC66-4F3B-8AF6-70C9EE80BAE5}"/>
                  </a:ext>
                </a:extLst>
              </p:cNvPr>
              <p:cNvSpPr txBox="1"/>
              <p:nvPr/>
            </p:nvSpPr>
            <p:spPr>
              <a:xfrm>
                <a:off x="5991281" y="2562847"/>
                <a:ext cx="574211" cy="369332"/>
              </a:xfrm>
              <a:prstGeom prst="rect">
                <a:avLst/>
              </a:prstGeom>
              <a:noFill/>
            </p:spPr>
            <p:txBody>
              <a:bodyPr wrap="square" rtlCol="0">
                <a:spAutoFit/>
              </a:bodyPr>
              <a:lstStyle/>
              <a:p>
                <a:pPr algn="ctr"/>
                <a:r>
                  <a:rPr lang="es-CO" b="1" dirty="0">
                    <a:latin typeface="Consolas" panose="020B0609020204030204" pitchFamily="49" charset="0"/>
                  </a:rPr>
                  <a:t>P</a:t>
                </a:r>
              </a:p>
            </p:txBody>
          </p:sp>
        </p:grpSp>
        <p:sp>
          <p:nvSpPr>
            <p:cNvPr id="22" name="Rectángulo 21">
              <a:extLst>
                <a:ext uri="{FF2B5EF4-FFF2-40B4-BE49-F238E27FC236}">
                  <a16:creationId xmlns:a16="http://schemas.microsoft.com/office/drawing/2014/main" id="{682CAC9C-CE01-48A6-A951-5720BD6506F0}"/>
                </a:ext>
              </a:extLst>
            </p:cNvPr>
            <p:cNvSpPr/>
            <p:nvPr/>
          </p:nvSpPr>
          <p:spPr>
            <a:xfrm>
              <a:off x="2186940" y="5421272"/>
              <a:ext cx="1079639" cy="545289"/>
            </a:xfrm>
            <a:prstGeom prst="rect">
              <a:avLst/>
            </a:prstGeom>
            <a:solidFill>
              <a:schemeClr val="accent1">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1" name="CuadroTexto 30">
              <a:extLst>
                <a:ext uri="{FF2B5EF4-FFF2-40B4-BE49-F238E27FC236}">
                  <a16:creationId xmlns:a16="http://schemas.microsoft.com/office/drawing/2014/main" id="{D2EA102B-0587-4458-842A-C0522A49C3EF}"/>
                </a:ext>
              </a:extLst>
            </p:cNvPr>
            <p:cNvSpPr txBox="1"/>
            <p:nvPr/>
          </p:nvSpPr>
          <p:spPr>
            <a:xfrm>
              <a:off x="2463376" y="5386909"/>
              <a:ext cx="574211" cy="307777"/>
            </a:xfrm>
            <a:prstGeom prst="rect">
              <a:avLst/>
            </a:prstGeom>
            <a:noFill/>
          </p:spPr>
          <p:txBody>
            <a:bodyPr wrap="square" rtlCol="0">
              <a:spAutoFit/>
            </a:bodyPr>
            <a:lstStyle/>
            <a:p>
              <a:pPr algn="ctr"/>
              <a:r>
                <a:rPr lang="es-CO" sz="1400" b="1" dirty="0">
                  <a:latin typeface="Consolas" panose="020B0609020204030204" pitchFamily="49" charset="0"/>
                </a:rPr>
                <a:t>P</a:t>
              </a:r>
            </a:p>
          </p:txBody>
        </p:sp>
        <p:cxnSp>
          <p:nvCxnSpPr>
            <p:cNvPr id="6" name="Conector recto 5">
              <a:extLst>
                <a:ext uri="{FF2B5EF4-FFF2-40B4-BE49-F238E27FC236}">
                  <a16:creationId xmlns:a16="http://schemas.microsoft.com/office/drawing/2014/main" id="{B9DC7286-CA08-4B64-ABE0-92879773A891}"/>
                </a:ext>
              </a:extLst>
            </p:cNvPr>
            <p:cNvCxnSpPr/>
            <p:nvPr/>
          </p:nvCxnSpPr>
          <p:spPr>
            <a:xfrm>
              <a:off x="1617895" y="5421272"/>
              <a:ext cx="569045" cy="0"/>
            </a:xfrm>
            <a:prstGeom prst="line">
              <a:avLst/>
            </a:prstGeom>
            <a:ln w="9525">
              <a:prstDash val="dash"/>
            </a:ln>
          </p:spPr>
          <p:style>
            <a:lnRef idx="1">
              <a:schemeClr val="accent2"/>
            </a:lnRef>
            <a:fillRef idx="0">
              <a:schemeClr val="accent2"/>
            </a:fillRef>
            <a:effectRef idx="0">
              <a:schemeClr val="accent2"/>
            </a:effectRef>
            <a:fontRef idx="minor">
              <a:schemeClr val="tx1"/>
            </a:fontRef>
          </p:style>
        </p:cxnSp>
        <p:cxnSp>
          <p:nvCxnSpPr>
            <p:cNvPr id="36" name="Conector recto 35">
              <a:extLst>
                <a:ext uri="{FF2B5EF4-FFF2-40B4-BE49-F238E27FC236}">
                  <a16:creationId xmlns:a16="http://schemas.microsoft.com/office/drawing/2014/main" id="{B95F6449-07BB-4DCC-A922-C726923D4B37}"/>
                </a:ext>
              </a:extLst>
            </p:cNvPr>
            <p:cNvCxnSpPr>
              <a:cxnSpLocks/>
            </p:cNvCxnSpPr>
            <p:nvPr/>
          </p:nvCxnSpPr>
          <p:spPr>
            <a:xfrm>
              <a:off x="1617895" y="5702846"/>
              <a:ext cx="561425" cy="248374"/>
            </a:xfrm>
            <a:prstGeom prst="line">
              <a:avLst/>
            </a:prstGeom>
            <a:ln w="9525">
              <a:prstDash val="dash"/>
            </a:ln>
          </p:spPr>
          <p:style>
            <a:lnRef idx="1">
              <a:schemeClr val="accent2"/>
            </a:lnRef>
            <a:fillRef idx="0">
              <a:schemeClr val="accent2"/>
            </a:fillRef>
            <a:effectRef idx="0">
              <a:schemeClr val="accent2"/>
            </a:effectRef>
            <a:fontRef idx="minor">
              <a:schemeClr val="tx1"/>
            </a:fontRef>
          </p:style>
        </p:cxn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33"/>
          <p:cNvSpPr txBox="1">
            <a:spLocks noGrp="1"/>
          </p:cNvSpPr>
          <p:nvPr>
            <p:ph type="title"/>
          </p:nvPr>
        </p:nvSpPr>
        <p:spPr>
          <a:xfrm>
            <a:off x="516194" y="96038"/>
            <a:ext cx="10759156"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Problema central (crux)</a:t>
            </a:r>
            <a:endParaRPr dirty="0">
              <a:solidFill>
                <a:schemeClr val="tx1"/>
              </a:solidFill>
            </a:endParaRPr>
          </a:p>
        </p:txBody>
      </p:sp>
      <p:sp>
        <p:nvSpPr>
          <p:cNvPr id="5" name="CuadroTexto 4">
            <a:extLst>
              <a:ext uri="{FF2B5EF4-FFF2-40B4-BE49-F238E27FC236}">
                <a16:creationId xmlns:a16="http://schemas.microsoft.com/office/drawing/2014/main" id="{767DFC0A-99FF-430B-8814-1A63065D0BB2}"/>
              </a:ext>
            </a:extLst>
          </p:cNvPr>
          <p:cNvSpPr txBox="1"/>
          <p:nvPr/>
        </p:nvSpPr>
        <p:spPr>
          <a:xfrm>
            <a:off x="516194" y="1103596"/>
            <a:ext cx="11132458" cy="830997"/>
          </a:xfrm>
          <a:prstGeom prst="rect">
            <a:avLst/>
          </a:prstGeom>
          <a:solidFill>
            <a:schemeClr val="bg2"/>
          </a:solidFill>
        </p:spPr>
        <p:txBody>
          <a:bodyPr wrap="square" rtlCol="0">
            <a:spAutoFit/>
          </a:bodyPr>
          <a:lstStyle/>
          <a:p>
            <a:r>
              <a:rPr lang="es-MX" sz="2400" dirty="0"/>
              <a:t>¿Cómo puede el SO construir la ilusión de que cada proceso tiene su propio espacio de memoria privado y grande, si en realidad todos comparten una única memoria física?</a:t>
            </a:r>
            <a:endParaRPr lang="es-CO" sz="2400" dirty="0"/>
          </a:p>
        </p:txBody>
      </p:sp>
      <p:pic>
        <p:nvPicPr>
          <p:cNvPr id="8" name="Imagen 7">
            <a:extLst>
              <a:ext uri="{FF2B5EF4-FFF2-40B4-BE49-F238E27FC236}">
                <a16:creationId xmlns:a16="http://schemas.microsoft.com/office/drawing/2014/main" id="{88B71ADC-F1A5-4739-82AE-D191FB637795}"/>
              </a:ext>
            </a:extLst>
          </p:cNvPr>
          <p:cNvPicPr>
            <a:picLocks noChangeAspect="1"/>
          </p:cNvPicPr>
          <p:nvPr/>
        </p:nvPicPr>
        <p:blipFill>
          <a:blip r:embed="rId3"/>
          <a:stretch>
            <a:fillRect/>
          </a:stretch>
        </p:blipFill>
        <p:spPr>
          <a:xfrm>
            <a:off x="2780707" y="2284129"/>
            <a:ext cx="6630585" cy="4116671"/>
          </a:xfrm>
          <a:prstGeom prst="rect">
            <a:avLst/>
          </a:prstGeom>
        </p:spPr>
      </p:pic>
    </p:spTree>
    <p:extLst>
      <p:ext uri="{BB962C8B-B14F-4D97-AF65-F5344CB8AC3E}">
        <p14:creationId xmlns:p14="http://schemas.microsoft.com/office/powerpoint/2010/main" val="3305443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34"/>
          <p:cNvSpPr txBox="1">
            <a:spLocks noGrp="1"/>
          </p:cNvSpPr>
          <p:nvPr>
            <p:ph type="title"/>
          </p:nvPr>
        </p:nvSpPr>
        <p:spPr>
          <a:xfrm>
            <a:off x="235974" y="96038"/>
            <a:ext cx="11039376"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Virtualización de Memoria - Contextualización</a:t>
            </a:r>
            <a:endParaRPr dirty="0">
              <a:solidFill>
                <a:schemeClr val="tx1"/>
              </a:solidFill>
            </a:endParaRPr>
          </a:p>
        </p:txBody>
      </p:sp>
      <p:sp>
        <p:nvSpPr>
          <p:cNvPr id="576" name="Google Shape;576;p34"/>
          <p:cNvSpPr txBox="1">
            <a:spLocks noGrp="1"/>
          </p:cNvSpPr>
          <p:nvPr>
            <p:ph type="body" idx="1"/>
          </p:nvPr>
        </p:nvSpPr>
        <p:spPr>
          <a:xfrm>
            <a:off x="368399" y="1138509"/>
            <a:ext cx="6163029" cy="4405948"/>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sz="2400" b="1" dirty="0">
                <a:latin typeface="+mn-lt"/>
              </a:rPr>
              <a:t>El sistema operativo (SO)</a:t>
            </a:r>
            <a:r>
              <a:rPr lang="es-ES" sz="2400" dirty="0">
                <a:latin typeface="+mn-lt"/>
              </a:rPr>
              <a:t>:</a:t>
            </a:r>
            <a:endParaRPr sz="2400" dirty="0">
              <a:latin typeface="+mn-lt"/>
            </a:endParaRPr>
          </a:p>
          <a:p>
            <a:pPr marL="457200" lvl="0" indent="-381000" algn="l" rtl="0">
              <a:lnSpc>
                <a:spcPct val="100000"/>
              </a:lnSpc>
              <a:spcBef>
                <a:spcPts val="480"/>
              </a:spcBef>
              <a:spcAft>
                <a:spcPts val="0"/>
              </a:spcAft>
              <a:buSzPts val="2400"/>
              <a:buChar char="●"/>
            </a:pPr>
            <a:r>
              <a:rPr lang="es-ES" sz="2200" b="1" dirty="0">
                <a:solidFill>
                  <a:schemeClr val="accent2"/>
                </a:solidFill>
                <a:latin typeface="+mn-lt"/>
              </a:rPr>
              <a:t>Virtualiza</a:t>
            </a:r>
            <a:r>
              <a:rPr lang="es-ES" sz="2200" dirty="0">
                <a:latin typeface="+mn-lt"/>
              </a:rPr>
              <a:t> la memoria física.</a:t>
            </a:r>
            <a:endParaRPr sz="2200" dirty="0">
              <a:latin typeface="+mn-lt"/>
            </a:endParaRPr>
          </a:p>
          <a:p>
            <a:pPr marL="457200" lvl="0" indent="-381000" algn="l" rtl="0">
              <a:lnSpc>
                <a:spcPct val="100000"/>
              </a:lnSpc>
              <a:spcBef>
                <a:spcPts val="0"/>
              </a:spcBef>
              <a:spcAft>
                <a:spcPts val="0"/>
              </a:spcAft>
              <a:buSzPts val="2400"/>
              <a:buChar char="●"/>
            </a:pPr>
            <a:r>
              <a:rPr lang="es-ES" sz="2200" b="1" dirty="0">
                <a:solidFill>
                  <a:schemeClr val="accent2"/>
                </a:solidFill>
                <a:latin typeface="+mn-lt"/>
              </a:rPr>
              <a:t>Proporciona una ilusión</a:t>
            </a:r>
            <a:r>
              <a:rPr lang="es-ES" sz="2200" dirty="0">
                <a:latin typeface="+mn-lt"/>
              </a:rPr>
              <a:t> para el espacio de memoria de cada proceso.</a:t>
            </a:r>
            <a:endParaRPr sz="2200" dirty="0">
              <a:latin typeface="+mn-lt"/>
            </a:endParaRPr>
          </a:p>
          <a:p>
            <a:pPr marL="457200" lvl="0" indent="-381000" algn="l" rtl="0">
              <a:lnSpc>
                <a:spcPct val="100000"/>
              </a:lnSpc>
              <a:spcBef>
                <a:spcPts val="0"/>
              </a:spcBef>
              <a:spcAft>
                <a:spcPts val="0"/>
              </a:spcAft>
              <a:buSzPts val="2400"/>
              <a:buChar char="●"/>
            </a:pPr>
            <a:r>
              <a:rPr lang="es-ES" sz="2200" dirty="0">
                <a:latin typeface="+mn-lt"/>
              </a:rPr>
              <a:t>Cada proceso </a:t>
            </a:r>
            <a:r>
              <a:rPr lang="es-ES" sz="2200" b="1" dirty="0">
                <a:solidFill>
                  <a:schemeClr val="accent6"/>
                </a:solidFill>
                <a:latin typeface="+mn-lt"/>
              </a:rPr>
              <a:t>cree</a:t>
            </a:r>
            <a:r>
              <a:rPr lang="es-ES" sz="2200" dirty="0">
                <a:latin typeface="+mn-lt"/>
              </a:rPr>
              <a:t> que utiliza todos los recursos de memoria de la máquina.</a:t>
            </a:r>
          </a:p>
          <a:p>
            <a:pPr marL="457200" lvl="0" indent="-381000" algn="l" rtl="0">
              <a:lnSpc>
                <a:spcPct val="100000"/>
              </a:lnSpc>
              <a:spcBef>
                <a:spcPts val="0"/>
              </a:spcBef>
              <a:spcAft>
                <a:spcPts val="0"/>
              </a:spcAft>
              <a:buSzPts val="2400"/>
              <a:buChar char="●"/>
            </a:pPr>
            <a:r>
              <a:rPr lang="es-MX" sz="2200" dirty="0">
                <a:latin typeface="+mn-lt"/>
              </a:rPr>
              <a:t>El SO </a:t>
            </a:r>
            <a:r>
              <a:rPr lang="es-MX" sz="2200" b="1" dirty="0">
                <a:solidFill>
                  <a:schemeClr val="accent6"/>
                </a:solidFill>
                <a:latin typeface="+mn-lt"/>
              </a:rPr>
              <a:t>multiplexa</a:t>
            </a:r>
            <a:r>
              <a:rPr lang="es-MX" sz="2200" dirty="0">
                <a:latin typeface="+mn-lt"/>
              </a:rPr>
              <a:t> la memoria física </a:t>
            </a:r>
            <a:r>
              <a:rPr lang="es-MX" sz="2200" b="1" dirty="0">
                <a:latin typeface="+mn-lt"/>
              </a:rPr>
              <a:t>en espacio</a:t>
            </a:r>
            <a:r>
              <a:rPr lang="es-MX" sz="2200" dirty="0">
                <a:latin typeface="+mn-lt"/>
              </a:rPr>
              <a:t> (a diferencia de la CPU, que se multiplexa en tiempo): cada proceso recibe simultáneamente una porción distinta de la RAM, no por turnos.</a:t>
            </a:r>
            <a:endParaRPr sz="2200" dirty="0">
              <a:latin typeface="+mn-lt"/>
            </a:endParaRPr>
          </a:p>
          <a:p>
            <a:pPr marL="457200" lvl="0" indent="0" algn="l" rtl="0">
              <a:lnSpc>
                <a:spcPct val="100000"/>
              </a:lnSpc>
              <a:spcBef>
                <a:spcPts val="480"/>
              </a:spcBef>
              <a:spcAft>
                <a:spcPts val="0"/>
              </a:spcAft>
              <a:buNone/>
            </a:pPr>
            <a:endParaRPr sz="2200" dirty="0">
              <a:latin typeface="+mn-lt"/>
            </a:endParaRPr>
          </a:p>
          <a:p>
            <a:pPr marL="457200" lvl="0" indent="0" algn="l" rtl="0">
              <a:lnSpc>
                <a:spcPct val="100000"/>
              </a:lnSpc>
              <a:spcBef>
                <a:spcPts val="480"/>
              </a:spcBef>
              <a:spcAft>
                <a:spcPts val="0"/>
              </a:spcAft>
              <a:buNone/>
            </a:pPr>
            <a:endParaRPr b="1" dirty="0">
              <a:latin typeface="+mn-lt"/>
            </a:endParaRPr>
          </a:p>
          <a:p>
            <a:pPr marL="0" lvl="0" indent="0" algn="l" rtl="0">
              <a:spcBef>
                <a:spcPts val="1000"/>
              </a:spcBef>
              <a:spcAft>
                <a:spcPts val="0"/>
              </a:spcAft>
              <a:buNone/>
            </a:pPr>
            <a:endParaRPr sz="2400" b="1" dirty="0">
              <a:solidFill>
                <a:srgbClr val="F8A02B"/>
              </a:solidFill>
              <a:latin typeface="+mn-lt"/>
            </a:endParaRPr>
          </a:p>
          <a:p>
            <a:pPr marL="0" lvl="0" indent="0" algn="l" rtl="0">
              <a:spcBef>
                <a:spcPts val="1000"/>
              </a:spcBef>
              <a:spcAft>
                <a:spcPts val="0"/>
              </a:spcAft>
              <a:buNone/>
            </a:pPr>
            <a:endParaRPr sz="2400" dirty="0">
              <a:latin typeface="+mn-lt"/>
            </a:endParaRPr>
          </a:p>
          <a:p>
            <a:pPr marL="457200" lvl="0" indent="0" algn="l" rtl="0">
              <a:spcBef>
                <a:spcPts val="1000"/>
              </a:spcBef>
              <a:spcAft>
                <a:spcPts val="0"/>
              </a:spcAft>
              <a:buNone/>
            </a:pPr>
            <a:endParaRPr sz="2400" b="1" dirty="0">
              <a:solidFill>
                <a:schemeClr val="accent2"/>
              </a:solidFill>
              <a:latin typeface="+mn-lt"/>
            </a:endParaRPr>
          </a:p>
          <a:p>
            <a:pPr marL="457200" lvl="0" indent="0" algn="l" rtl="0">
              <a:spcBef>
                <a:spcPts val="1000"/>
              </a:spcBef>
              <a:spcAft>
                <a:spcPts val="0"/>
              </a:spcAft>
              <a:buNone/>
            </a:pPr>
            <a:endParaRPr sz="2700" dirty="0">
              <a:latin typeface="+mn-lt"/>
            </a:endParaRPr>
          </a:p>
          <a:p>
            <a:pPr marL="0" lvl="0" indent="0" algn="l" rtl="0">
              <a:spcBef>
                <a:spcPts val="1000"/>
              </a:spcBef>
              <a:spcAft>
                <a:spcPts val="0"/>
              </a:spcAft>
              <a:buNone/>
            </a:pPr>
            <a:endParaRPr dirty="0">
              <a:latin typeface="+mn-lt"/>
            </a:endParaRPr>
          </a:p>
          <a:p>
            <a:pPr marL="0" lvl="0" indent="0" algn="l" rtl="0">
              <a:spcBef>
                <a:spcPts val="1000"/>
              </a:spcBef>
              <a:spcAft>
                <a:spcPts val="0"/>
              </a:spcAft>
              <a:buNone/>
            </a:pPr>
            <a:endParaRPr sz="2400" dirty="0">
              <a:latin typeface="+mn-lt"/>
            </a:endParaRPr>
          </a:p>
          <a:p>
            <a:pPr marL="0" lvl="0" indent="0" algn="l" rtl="0">
              <a:spcBef>
                <a:spcPts val="1000"/>
              </a:spcBef>
              <a:spcAft>
                <a:spcPts val="0"/>
              </a:spcAft>
              <a:buNone/>
            </a:pPr>
            <a:endParaRPr dirty="0">
              <a:latin typeface="+mn-lt"/>
            </a:endParaRPr>
          </a:p>
        </p:txBody>
      </p:sp>
      <p:grpSp>
        <p:nvGrpSpPr>
          <p:cNvPr id="4" name="Grupo 3">
            <a:extLst>
              <a:ext uri="{FF2B5EF4-FFF2-40B4-BE49-F238E27FC236}">
                <a16:creationId xmlns:a16="http://schemas.microsoft.com/office/drawing/2014/main" id="{99EBCAD8-AC7B-4F93-B708-4F7E39A9DB1C}"/>
              </a:ext>
            </a:extLst>
          </p:cNvPr>
          <p:cNvGrpSpPr/>
          <p:nvPr/>
        </p:nvGrpSpPr>
        <p:grpSpPr>
          <a:xfrm>
            <a:off x="7805888" y="1138509"/>
            <a:ext cx="3013737" cy="5334861"/>
            <a:chOff x="7805888" y="891768"/>
            <a:chExt cx="3013737" cy="5334861"/>
          </a:xfrm>
        </p:grpSpPr>
        <p:sp>
          <p:nvSpPr>
            <p:cNvPr id="578" name="Google Shape;578;p34"/>
            <p:cNvSpPr/>
            <p:nvPr/>
          </p:nvSpPr>
          <p:spPr>
            <a:xfrm>
              <a:off x="7805888" y="3008389"/>
              <a:ext cx="731100" cy="731100"/>
            </a:xfrm>
            <a:prstGeom prst="ellipse">
              <a:avLst/>
            </a:prstGeom>
            <a:solidFill>
              <a:srgbClr val="C9DAF8"/>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800" b="1">
                  <a:latin typeface="Consolas" panose="020B0609020204030204" pitchFamily="49" charset="0"/>
                  <a:ea typeface="Courier New"/>
                  <a:cs typeface="Courier New"/>
                  <a:sym typeface="Courier New"/>
                </a:rPr>
                <a:t>P1</a:t>
              </a:r>
              <a:endParaRPr sz="1800" b="1">
                <a:latin typeface="Consolas" panose="020B0609020204030204" pitchFamily="49" charset="0"/>
                <a:ea typeface="Courier New"/>
                <a:cs typeface="Courier New"/>
                <a:sym typeface="Courier New"/>
              </a:endParaRPr>
            </a:p>
          </p:txBody>
        </p:sp>
        <p:sp>
          <p:nvSpPr>
            <p:cNvPr id="579" name="Google Shape;579;p34"/>
            <p:cNvSpPr/>
            <p:nvPr/>
          </p:nvSpPr>
          <p:spPr>
            <a:xfrm>
              <a:off x="7805900" y="3906376"/>
              <a:ext cx="731100" cy="731100"/>
            </a:xfrm>
            <a:prstGeom prst="ellipse">
              <a:avLst/>
            </a:prstGeom>
            <a:solidFill>
              <a:schemeClr val="accent2">
                <a:lumMod val="40000"/>
                <a:lumOff val="60000"/>
              </a:schemeClr>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800" b="1">
                  <a:latin typeface="Consolas" panose="020B0609020204030204" pitchFamily="49" charset="0"/>
                  <a:ea typeface="Courier New"/>
                  <a:cs typeface="Courier New"/>
                  <a:sym typeface="Courier New"/>
                </a:rPr>
                <a:t>P2</a:t>
              </a:r>
              <a:endParaRPr sz="1800" b="1">
                <a:latin typeface="Consolas" panose="020B0609020204030204" pitchFamily="49" charset="0"/>
                <a:ea typeface="Courier New"/>
                <a:cs typeface="Courier New"/>
                <a:sym typeface="Courier New"/>
              </a:endParaRPr>
            </a:p>
          </p:txBody>
        </p:sp>
        <p:pic>
          <p:nvPicPr>
            <p:cNvPr id="584" name="Google Shape;584;p34"/>
            <p:cNvPicPr preferRelativeResize="0"/>
            <p:nvPr/>
          </p:nvPicPr>
          <p:blipFill>
            <a:blip r:embed="rId3">
              <a:alphaModFix/>
            </a:blip>
            <a:stretch>
              <a:fillRect/>
            </a:stretch>
          </p:blipFill>
          <p:spPr>
            <a:xfrm>
              <a:off x="10013225" y="891768"/>
              <a:ext cx="806400" cy="806400"/>
            </a:xfrm>
            <a:prstGeom prst="rect">
              <a:avLst/>
            </a:prstGeom>
            <a:noFill/>
            <a:ln>
              <a:noFill/>
            </a:ln>
          </p:spPr>
        </p:pic>
        <p:cxnSp>
          <p:nvCxnSpPr>
            <p:cNvPr id="585" name="Google Shape;585;p34"/>
            <p:cNvCxnSpPr>
              <a:stCxn id="578" idx="6"/>
              <a:endCxn id="583" idx="1"/>
            </p:cNvCxnSpPr>
            <p:nvPr/>
          </p:nvCxnSpPr>
          <p:spPr>
            <a:xfrm rot="10800000" flipH="1">
              <a:off x="8536988" y="3097039"/>
              <a:ext cx="1476300" cy="276900"/>
            </a:xfrm>
            <a:prstGeom prst="straightConnector1">
              <a:avLst/>
            </a:prstGeom>
            <a:noFill/>
            <a:ln w="28575" cap="flat" cmpd="sng">
              <a:solidFill>
                <a:schemeClr val="accent2"/>
              </a:solidFill>
              <a:prstDash val="dash"/>
              <a:round/>
              <a:headEnd type="none" w="med" len="med"/>
              <a:tailEnd type="triangle" w="med" len="med"/>
            </a:ln>
          </p:spPr>
        </p:cxnSp>
        <p:cxnSp>
          <p:nvCxnSpPr>
            <p:cNvPr id="586" name="Google Shape;586;p34"/>
            <p:cNvCxnSpPr>
              <a:stCxn id="579" idx="6"/>
              <a:endCxn id="582" idx="1"/>
            </p:cNvCxnSpPr>
            <p:nvPr/>
          </p:nvCxnSpPr>
          <p:spPr>
            <a:xfrm>
              <a:off x="8537000" y="4271926"/>
              <a:ext cx="1477500" cy="200100"/>
            </a:xfrm>
            <a:prstGeom prst="straightConnector1">
              <a:avLst/>
            </a:prstGeom>
            <a:noFill/>
            <a:ln w="28575" cap="flat" cmpd="sng">
              <a:solidFill>
                <a:schemeClr val="accent2"/>
              </a:solidFill>
              <a:prstDash val="dash"/>
              <a:round/>
              <a:headEnd type="none" w="med" len="med"/>
              <a:tailEnd type="triangle" w="med" len="med"/>
            </a:ln>
          </p:spPr>
        </p:cxnSp>
        <p:grpSp>
          <p:nvGrpSpPr>
            <p:cNvPr id="3" name="Grupo 2">
              <a:extLst>
                <a:ext uri="{FF2B5EF4-FFF2-40B4-BE49-F238E27FC236}">
                  <a16:creationId xmlns:a16="http://schemas.microsoft.com/office/drawing/2014/main" id="{874F3903-1F46-4566-BDAD-4B30ED9202DC}"/>
                </a:ext>
              </a:extLst>
            </p:cNvPr>
            <p:cNvGrpSpPr/>
            <p:nvPr/>
          </p:nvGrpSpPr>
          <p:grpSpPr>
            <a:xfrm>
              <a:off x="10013225" y="1698169"/>
              <a:ext cx="806400" cy="4528460"/>
              <a:chOff x="10013225" y="1698169"/>
              <a:chExt cx="806400" cy="4528460"/>
            </a:xfrm>
          </p:grpSpPr>
          <p:sp>
            <p:nvSpPr>
              <p:cNvPr id="581" name="Google Shape;581;p34"/>
              <p:cNvSpPr/>
              <p:nvPr/>
            </p:nvSpPr>
            <p:spPr>
              <a:xfrm>
                <a:off x="10013225" y="1698169"/>
                <a:ext cx="806400" cy="4528460"/>
              </a:xfrm>
              <a:prstGeom prst="rect">
                <a:avLst/>
              </a:prstGeom>
              <a:solidFill>
                <a:srgbClr val="EFEFEF"/>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latin typeface="Consolas" panose="020B0609020204030204" pitchFamily="49" charset="0"/>
                </a:endParaRPr>
              </a:p>
            </p:txBody>
          </p:sp>
          <p:sp>
            <p:nvSpPr>
              <p:cNvPr id="582" name="Google Shape;582;p34"/>
              <p:cNvSpPr/>
              <p:nvPr/>
            </p:nvSpPr>
            <p:spPr>
              <a:xfrm>
                <a:off x="10014425" y="4212985"/>
                <a:ext cx="804000" cy="518100"/>
              </a:xfrm>
              <a:prstGeom prst="rect">
                <a:avLst/>
              </a:prstGeom>
              <a:solidFill>
                <a:schemeClr val="accent2">
                  <a:lumMod val="40000"/>
                  <a:lumOff val="60000"/>
                </a:schemeClr>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800" b="1" dirty="0">
                    <a:latin typeface="Consolas" panose="020B0609020204030204" pitchFamily="49" charset="0"/>
                    <a:ea typeface="Courier New"/>
                    <a:cs typeface="Courier New"/>
                    <a:sym typeface="Courier New"/>
                  </a:rPr>
                  <a:t>P2</a:t>
                </a:r>
                <a:endParaRPr sz="2400" b="1" dirty="0">
                  <a:latin typeface="Consolas" panose="020B0609020204030204" pitchFamily="49" charset="0"/>
                </a:endParaRPr>
              </a:p>
            </p:txBody>
          </p:sp>
          <p:sp>
            <p:nvSpPr>
              <p:cNvPr id="583" name="Google Shape;583;p34"/>
              <p:cNvSpPr/>
              <p:nvPr/>
            </p:nvSpPr>
            <p:spPr>
              <a:xfrm>
                <a:off x="10013225" y="2904494"/>
                <a:ext cx="806400" cy="384900"/>
              </a:xfrm>
              <a:prstGeom prst="rect">
                <a:avLst/>
              </a:prstGeom>
              <a:solidFill>
                <a:srgbClr val="CFE2F3"/>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800" b="1">
                    <a:latin typeface="Consolas" panose="020B0609020204030204" pitchFamily="49" charset="0"/>
                    <a:ea typeface="Courier New"/>
                    <a:cs typeface="Courier New"/>
                    <a:sym typeface="Courier New"/>
                  </a:rPr>
                  <a:t>P1</a:t>
                </a:r>
                <a:endParaRPr sz="2400" b="1">
                  <a:latin typeface="Consolas" panose="020B0609020204030204" pitchFamily="49" charset="0"/>
                </a:endParaRPr>
              </a:p>
            </p:txBody>
          </p:sp>
          <p:sp>
            <p:nvSpPr>
              <p:cNvPr id="14" name="Google Shape;583;p34">
                <a:extLst>
                  <a:ext uri="{FF2B5EF4-FFF2-40B4-BE49-F238E27FC236}">
                    <a16:creationId xmlns:a16="http://schemas.microsoft.com/office/drawing/2014/main" id="{138E6E00-76A5-4B21-8A3C-95D2B45B404B}"/>
                  </a:ext>
                </a:extLst>
              </p:cNvPr>
              <p:cNvSpPr/>
              <p:nvPr/>
            </p:nvSpPr>
            <p:spPr>
              <a:xfrm>
                <a:off x="10013225" y="1704646"/>
                <a:ext cx="806400" cy="667412"/>
              </a:xfrm>
              <a:prstGeom prst="rect">
                <a:avLst/>
              </a:prstGeom>
              <a:solidFill>
                <a:schemeClr val="accent6">
                  <a:lumMod val="40000"/>
                  <a:lumOff val="60000"/>
                </a:schemeClr>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800" b="1" dirty="0">
                    <a:latin typeface="Consolas" panose="020B0609020204030204" pitchFamily="49" charset="0"/>
                    <a:ea typeface="Courier New"/>
                    <a:cs typeface="Courier New"/>
                    <a:sym typeface="Courier New"/>
                  </a:rPr>
                  <a:t>SO</a:t>
                </a:r>
                <a:endParaRPr sz="2400" b="1" dirty="0">
                  <a:latin typeface="Consolas" panose="020B0609020204030204" pitchFamily="49" charset="0"/>
                </a:endParaRPr>
              </a:p>
            </p:txBody>
          </p:sp>
        </p:gr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p35"/>
          <p:cNvSpPr txBox="1">
            <a:spLocks noGrp="1"/>
          </p:cNvSpPr>
          <p:nvPr>
            <p:ph type="title"/>
          </p:nvPr>
        </p:nvSpPr>
        <p:spPr>
          <a:xfrm>
            <a:off x="621681" y="86273"/>
            <a:ext cx="10926305"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Objetivos de la virtualización de Memoria</a:t>
            </a:r>
            <a:endParaRPr dirty="0">
              <a:solidFill>
                <a:schemeClr val="tx1"/>
              </a:solidFill>
            </a:endParaRPr>
          </a:p>
        </p:txBody>
      </p:sp>
      <p:sp>
        <p:nvSpPr>
          <p:cNvPr id="592" name="Google Shape;592;p35"/>
          <p:cNvSpPr txBox="1">
            <a:spLocks noGrp="1"/>
          </p:cNvSpPr>
          <p:nvPr>
            <p:ph type="body" idx="1"/>
          </p:nvPr>
        </p:nvSpPr>
        <p:spPr>
          <a:xfrm>
            <a:off x="232229" y="1001868"/>
            <a:ext cx="11698514" cy="2583161"/>
          </a:xfrm>
          <a:prstGeom prst="rect">
            <a:avLst/>
          </a:prstGeom>
        </p:spPr>
        <p:txBody>
          <a:bodyPr spcFirstLastPara="1" wrap="square" lIns="91425" tIns="45700" rIns="91425" bIns="45700" anchor="t" anchorCtr="0">
            <a:noAutofit/>
          </a:bodyPr>
          <a:lstStyle/>
          <a:p>
            <a:pPr marL="457200" lvl="0" indent="-381000" algn="l" rtl="0">
              <a:lnSpc>
                <a:spcPct val="100000"/>
              </a:lnSpc>
              <a:spcBef>
                <a:spcPts val="480"/>
              </a:spcBef>
              <a:spcAft>
                <a:spcPts val="0"/>
              </a:spcAft>
              <a:buSzPts val="2400"/>
              <a:buChar char="●"/>
            </a:pPr>
            <a:r>
              <a:rPr lang="es-ES" sz="2200" b="1" dirty="0">
                <a:solidFill>
                  <a:schemeClr val="accent2"/>
                </a:solidFill>
                <a:latin typeface="+mn-lt"/>
              </a:rPr>
              <a:t>Transparencia</a:t>
            </a:r>
            <a:r>
              <a:rPr lang="es-ES" sz="2200" dirty="0">
                <a:solidFill>
                  <a:schemeClr val="accent2"/>
                </a:solidFill>
                <a:latin typeface="+mn-lt"/>
              </a:rPr>
              <a:t>:</a:t>
            </a:r>
            <a:r>
              <a:rPr lang="es-ES" sz="2200" dirty="0">
                <a:latin typeface="+mn-lt"/>
              </a:rPr>
              <a:t> </a:t>
            </a:r>
            <a:r>
              <a:rPr lang="es-MX" sz="2200" dirty="0">
                <a:latin typeface="+mn-lt"/>
              </a:rPr>
              <a:t>el SO virtualiza la memoria de forma invisible para el programa (el proceso corre como si tuviera toda la memoria física para él solo, sin necesidad de comportarse distinto ni de saber que está siendo virtualizado)</a:t>
            </a:r>
            <a:r>
              <a:rPr lang="es-ES" sz="2200" dirty="0">
                <a:latin typeface="+mn-lt"/>
              </a:rPr>
              <a:t>.</a:t>
            </a:r>
            <a:endParaRPr sz="2200" dirty="0">
              <a:latin typeface="+mn-lt"/>
            </a:endParaRPr>
          </a:p>
          <a:p>
            <a:pPr marL="457200" lvl="0" indent="-381000" algn="l" rtl="0">
              <a:lnSpc>
                <a:spcPct val="100000"/>
              </a:lnSpc>
              <a:spcBef>
                <a:spcPts val="0"/>
              </a:spcBef>
              <a:spcAft>
                <a:spcPts val="0"/>
              </a:spcAft>
              <a:buSzPts val="2400"/>
              <a:buChar char="●"/>
            </a:pPr>
            <a:r>
              <a:rPr lang="es-ES" sz="2200" b="1" dirty="0">
                <a:solidFill>
                  <a:schemeClr val="accent2"/>
                </a:solidFill>
                <a:latin typeface="+mn-lt"/>
              </a:rPr>
              <a:t>Eficiencia</a:t>
            </a:r>
            <a:r>
              <a:rPr lang="es-ES" sz="2200" dirty="0">
                <a:latin typeface="+mn-lt"/>
              </a:rPr>
              <a:t> de memoria en términos de </a:t>
            </a:r>
            <a:r>
              <a:rPr lang="es-ES" sz="2200" b="1" dirty="0">
                <a:latin typeface="+mn-lt"/>
              </a:rPr>
              <a:t>tiempo</a:t>
            </a:r>
            <a:r>
              <a:rPr lang="es-ES" sz="2200" dirty="0">
                <a:latin typeface="+mn-lt"/>
              </a:rPr>
              <a:t> y </a:t>
            </a:r>
            <a:r>
              <a:rPr lang="es-ES" sz="2200" b="1" dirty="0">
                <a:latin typeface="+mn-lt"/>
              </a:rPr>
              <a:t>espacio</a:t>
            </a:r>
            <a:r>
              <a:rPr lang="es-ES" sz="2200" dirty="0">
                <a:latin typeface="+mn-lt"/>
              </a:rPr>
              <a:t>.</a:t>
            </a:r>
            <a:endParaRPr sz="2200" dirty="0">
              <a:latin typeface="+mn-lt"/>
            </a:endParaRPr>
          </a:p>
          <a:p>
            <a:pPr marL="457200" lvl="0" indent="-381000" algn="l" rtl="0">
              <a:lnSpc>
                <a:spcPct val="100000"/>
              </a:lnSpc>
              <a:spcBef>
                <a:spcPts val="0"/>
              </a:spcBef>
              <a:spcAft>
                <a:spcPts val="0"/>
              </a:spcAft>
              <a:buSzPts val="2400"/>
              <a:buChar char="●"/>
            </a:pPr>
            <a:r>
              <a:rPr lang="es-ES" sz="2200" b="1" dirty="0">
                <a:solidFill>
                  <a:schemeClr val="accent2"/>
                </a:solidFill>
                <a:latin typeface="+mn-lt"/>
              </a:rPr>
              <a:t>Protección (seguridad)</a:t>
            </a:r>
            <a:endParaRPr sz="2200" dirty="0">
              <a:latin typeface="+mn-lt"/>
            </a:endParaRPr>
          </a:p>
          <a:p>
            <a:pPr marL="914400" lvl="1" indent="-381000" algn="l" rtl="0">
              <a:lnSpc>
                <a:spcPct val="100000"/>
              </a:lnSpc>
              <a:spcBef>
                <a:spcPts val="0"/>
              </a:spcBef>
              <a:spcAft>
                <a:spcPts val="0"/>
              </a:spcAft>
              <a:buSzPts val="2400"/>
              <a:buChar char="○"/>
            </a:pPr>
            <a:r>
              <a:rPr lang="es-ES" sz="2200" dirty="0">
                <a:latin typeface="+mn-lt"/>
              </a:rPr>
              <a:t>Garantía de aislamiento entre procesos y SO.</a:t>
            </a:r>
            <a:endParaRPr sz="2200" dirty="0">
              <a:latin typeface="+mn-lt"/>
            </a:endParaRPr>
          </a:p>
          <a:p>
            <a:pPr marL="914400" lvl="1" indent="-381000" algn="l" rtl="0">
              <a:lnSpc>
                <a:spcPct val="100000"/>
              </a:lnSpc>
              <a:spcBef>
                <a:spcPts val="0"/>
              </a:spcBef>
              <a:spcAft>
                <a:spcPts val="0"/>
              </a:spcAft>
              <a:buSzPts val="2400"/>
              <a:buChar char="○"/>
            </a:pPr>
            <a:r>
              <a:rPr lang="es-ES" sz="2200" dirty="0">
                <a:latin typeface="+mn-lt"/>
              </a:rPr>
              <a:t>Protección ante accesos ilegales de otros procesos.</a:t>
            </a:r>
            <a:endParaRPr sz="2200"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sz="2200" dirty="0">
              <a:latin typeface="+mn-lt"/>
            </a:endParaRPr>
          </a:p>
          <a:p>
            <a:pPr marL="457200" lvl="0" indent="0" algn="l" rtl="0">
              <a:lnSpc>
                <a:spcPct val="100000"/>
              </a:lnSpc>
              <a:spcBef>
                <a:spcPts val="480"/>
              </a:spcBef>
              <a:spcAft>
                <a:spcPts val="0"/>
              </a:spcAft>
              <a:buNone/>
            </a:pPr>
            <a:endParaRPr b="1" dirty="0">
              <a:latin typeface="+mn-lt"/>
            </a:endParaRPr>
          </a:p>
          <a:p>
            <a:pPr marL="0" lvl="0" indent="0" algn="l" rtl="0">
              <a:spcBef>
                <a:spcPts val="1000"/>
              </a:spcBef>
              <a:spcAft>
                <a:spcPts val="0"/>
              </a:spcAft>
              <a:buNone/>
            </a:pPr>
            <a:endParaRPr sz="2400" b="1" dirty="0">
              <a:solidFill>
                <a:srgbClr val="F8A02B"/>
              </a:solidFill>
              <a:latin typeface="+mn-lt"/>
            </a:endParaRPr>
          </a:p>
          <a:p>
            <a:pPr marL="0" lvl="0" indent="0" algn="l" rtl="0">
              <a:spcBef>
                <a:spcPts val="1000"/>
              </a:spcBef>
              <a:spcAft>
                <a:spcPts val="0"/>
              </a:spcAft>
              <a:buNone/>
            </a:pPr>
            <a:endParaRPr sz="2400" dirty="0">
              <a:latin typeface="+mn-lt"/>
            </a:endParaRPr>
          </a:p>
          <a:p>
            <a:pPr marL="457200" lvl="0" indent="0" algn="l" rtl="0">
              <a:spcBef>
                <a:spcPts val="1000"/>
              </a:spcBef>
              <a:spcAft>
                <a:spcPts val="0"/>
              </a:spcAft>
              <a:buNone/>
            </a:pPr>
            <a:endParaRPr sz="2400" b="1" dirty="0">
              <a:solidFill>
                <a:schemeClr val="accent2"/>
              </a:solidFill>
              <a:latin typeface="+mn-lt"/>
            </a:endParaRPr>
          </a:p>
          <a:p>
            <a:pPr marL="457200" lvl="0" indent="0" algn="l" rtl="0">
              <a:spcBef>
                <a:spcPts val="1000"/>
              </a:spcBef>
              <a:spcAft>
                <a:spcPts val="0"/>
              </a:spcAft>
              <a:buNone/>
            </a:pPr>
            <a:endParaRPr sz="2700" dirty="0">
              <a:latin typeface="+mn-lt"/>
            </a:endParaRPr>
          </a:p>
          <a:p>
            <a:pPr marL="0" lvl="0" indent="0" algn="l" rtl="0">
              <a:spcBef>
                <a:spcPts val="1000"/>
              </a:spcBef>
              <a:spcAft>
                <a:spcPts val="0"/>
              </a:spcAft>
              <a:buNone/>
            </a:pPr>
            <a:endParaRPr dirty="0">
              <a:latin typeface="+mn-lt"/>
            </a:endParaRPr>
          </a:p>
          <a:p>
            <a:pPr marL="0" lvl="0" indent="0" algn="l" rtl="0">
              <a:spcBef>
                <a:spcPts val="1000"/>
              </a:spcBef>
              <a:spcAft>
                <a:spcPts val="0"/>
              </a:spcAft>
              <a:buNone/>
            </a:pPr>
            <a:endParaRPr sz="2400" dirty="0">
              <a:latin typeface="+mn-lt"/>
            </a:endParaRPr>
          </a:p>
          <a:p>
            <a:pPr marL="0" lvl="0" indent="0" algn="l" rtl="0">
              <a:spcBef>
                <a:spcPts val="1000"/>
              </a:spcBef>
              <a:spcAft>
                <a:spcPts val="0"/>
              </a:spcAft>
              <a:buNone/>
            </a:pPr>
            <a:endParaRPr dirty="0">
              <a:latin typeface="+mn-lt"/>
            </a:endParaRPr>
          </a:p>
        </p:txBody>
      </p:sp>
      <p:pic>
        <p:nvPicPr>
          <p:cNvPr id="1026" name="Picture 2" descr="Préstamo de libros por ventanilla">
            <a:extLst>
              <a:ext uri="{FF2B5EF4-FFF2-40B4-BE49-F238E27FC236}">
                <a16:creationId xmlns:a16="http://schemas.microsoft.com/office/drawing/2014/main" id="{38D04CED-BF2D-423D-91AE-9E7B49395D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2499" y="3909361"/>
            <a:ext cx="4315729" cy="242172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aldwin County Public Libraries">
            <a:extLst>
              <a:ext uri="{FF2B5EF4-FFF2-40B4-BE49-F238E27FC236}">
                <a16:creationId xmlns:a16="http://schemas.microsoft.com/office/drawing/2014/main" id="{EEF27DA1-E95E-4841-8431-D463394698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681" y="4055804"/>
            <a:ext cx="2128837" cy="212883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Google Shape;457;p31">
            <a:extLst>
              <a:ext uri="{FF2B5EF4-FFF2-40B4-BE49-F238E27FC236}">
                <a16:creationId xmlns:a16="http://schemas.microsoft.com/office/drawing/2014/main" id="{9C11333A-43F0-4AD0-AFE8-A2A5FF986836}"/>
              </a:ext>
            </a:extLst>
          </p:cNvPr>
          <p:cNvCxnSpPr>
            <a:cxnSpLocks/>
          </p:cNvCxnSpPr>
          <p:nvPr/>
        </p:nvCxnSpPr>
        <p:spPr>
          <a:xfrm>
            <a:off x="7587870" y="4235718"/>
            <a:ext cx="4338326" cy="0"/>
          </a:xfrm>
          <a:prstGeom prst="straightConnector1">
            <a:avLst/>
          </a:prstGeom>
          <a:noFill/>
          <a:ln w="38100" cap="flat" cmpd="sng">
            <a:solidFill>
              <a:srgbClr val="FF9900"/>
            </a:solidFill>
            <a:prstDash val="solid"/>
            <a:round/>
            <a:headEnd type="none" w="med" len="med"/>
            <a:tailEnd type="none" w="med" len="med"/>
          </a:ln>
        </p:spPr>
      </p:cxnSp>
      <p:grpSp>
        <p:nvGrpSpPr>
          <p:cNvPr id="11" name="Grupo 10">
            <a:extLst>
              <a:ext uri="{FF2B5EF4-FFF2-40B4-BE49-F238E27FC236}">
                <a16:creationId xmlns:a16="http://schemas.microsoft.com/office/drawing/2014/main" id="{03C95696-E37E-411B-9ED5-58816FD130E5}"/>
              </a:ext>
            </a:extLst>
          </p:cNvPr>
          <p:cNvGrpSpPr/>
          <p:nvPr/>
        </p:nvGrpSpPr>
        <p:grpSpPr>
          <a:xfrm>
            <a:off x="7989107" y="2455001"/>
            <a:ext cx="2212199" cy="1129868"/>
            <a:chOff x="1054380" y="4836693"/>
            <a:chExt cx="2212199" cy="1129868"/>
          </a:xfrm>
        </p:grpSpPr>
        <p:grpSp>
          <p:nvGrpSpPr>
            <p:cNvPr id="12" name="Grupo 11">
              <a:extLst>
                <a:ext uri="{FF2B5EF4-FFF2-40B4-BE49-F238E27FC236}">
                  <a16:creationId xmlns:a16="http://schemas.microsoft.com/office/drawing/2014/main" id="{B5C17B9E-0D34-4748-A7C3-856EB8914DFD}"/>
                </a:ext>
              </a:extLst>
            </p:cNvPr>
            <p:cNvGrpSpPr/>
            <p:nvPr/>
          </p:nvGrpSpPr>
          <p:grpSpPr>
            <a:xfrm>
              <a:off x="1054380" y="4836693"/>
              <a:ext cx="731100" cy="1090916"/>
              <a:chOff x="5902719" y="2562847"/>
              <a:chExt cx="731100" cy="1090916"/>
            </a:xfrm>
          </p:grpSpPr>
          <p:grpSp>
            <p:nvGrpSpPr>
              <p:cNvPr id="17" name="Grupo 16">
                <a:extLst>
                  <a:ext uri="{FF2B5EF4-FFF2-40B4-BE49-F238E27FC236}">
                    <a16:creationId xmlns:a16="http://schemas.microsoft.com/office/drawing/2014/main" id="{B00AE48D-E528-4B7D-8AAA-611213C1665D}"/>
                  </a:ext>
                </a:extLst>
              </p:cNvPr>
              <p:cNvGrpSpPr/>
              <p:nvPr/>
            </p:nvGrpSpPr>
            <p:grpSpPr>
              <a:xfrm>
                <a:off x="5902719" y="2922663"/>
                <a:ext cx="731100" cy="731100"/>
                <a:chOff x="5902719" y="2922663"/>
                <a:chExt cx="731100" cy="731100"/>
              </a:xfrm>
            </p:grpSpPr>
            <p:sp>
              <p:nvSpPr>
                <p:cNvPr id="19" name="Google Shape;425;p29">
                  <a:extLst>
                    <a:ext uri="{FF2B5EF4-FFF2-40B4-BE49-F238E27FC236}">
                      <a16:creationId xmlns:a16="http://schemas.microsoft.com/office/drawing/2014/main" id="{839F384F-6134-40F4-9CC9-EF2C189C58B1}"/>
                    </a:ext>
                  </a:extLst>
                </p:cNvPr>
                <p:cNvSpPr/>
                <p:nvPr/>
              </p:nvSpPr>
              <p:spPr>
                <a:xfrm>
                  <a:off x="5902719" y="2922663"/>
                  <a:ext cx="731100" cy="731100"/>
                </a:xfrm>
                <a:prstGeom prst="ellipse">
                  <a:avLst/>
                </a:prstGeom>
                <a:solidFill>
                  <a:schemeClr val="accent1">
                    <a:lumMod val="20000"/>
                    <a:lumOff val="80000"/>
                  </a:schemeClr>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dirty="0">
                    <a:latin typeface="Consolas" panose="020B0609020204030204" pitchFamily="49" charset="0"/>
                    <a:ea typeface="Courier New"/>
                    <a:cs typeface="Courier New"/>
                    <a:sym typeface="Courier New"/>
                  </a:endParaRPr>
                </a:p>
              </p:txBody>
            </p:sp>
            <p:grpSp>
              <p:nvGrpSpPr>
                <p:cNvPr id="20" name="Grupo 19">
                  <a:extLst>
                    <a:ext uri="{FF2B5EF4-FFF2-40B4-BE49-F238E27FC236}">
                      <a16:creationId xmlns:a16="http://schemas.microsoft.com/office/drawing/2014/main" id="{C6770F36-70AF-40C9-80E0-8B7516306767}"/>
                    </a:ext>
                  </a:extLst>
                </p:cNvPr>
                <p:cNvGrpSpPr/>
                <p:nvPr/>
              </p:nvGrpSpPr>
              <p:grpSpPr>
                <a:xfrm>
                  <a:off x="6063540" y="3097569"/>
                  <a:ext cx="402694" cy="400320"/>
                  <a:chOff x="6063540" y="3097569"/>
                  <a:chExt cx="402694" cy="400320"/>
                </a:xfrm>
              </p:grpSpPr>
              <mc:AlternateContent xmlns:mc="http://schemas.openxmlformats.org/markup-compatibility/2006" xmlns:p14="http://schemas.microsoft.com/office/powerpoint/2010/main">
                <mc:Choice Requires="p14">
                  <p:contentPart p14:bwMode="auto" r:id="rId5">
                    <p14:nvContentPartPr>
                      <p14:cNvPr id="21" name="Entrada de lápiz 20">
                        <a:extLst>
                          <a:ext uri="{FF2B5EF4-FFF2-40B4-BE49-F238E27FC236}">
                            <a16:creationId xmlns:a16="http://schemas.microsoft.com/office/drawing/2014/main" id="{BF71E41A-5718-4CCE-9ACF-6B2CC7B87C98}"/>
                          </a:ext>
                        </a:extLst>
                      </p14:cNvPr>
                      <p14:cNvContentPartPr/>
                      <p14:nvPr/>
                    </p14:nvContentPartPr>
                    <p14:xfrm>
                      <a:off x="6063540" y="3097569"/>
                      <a:ext cx="70560" cy="400320"/>
                    </p14:xfrm>
                  </p:contentPart>
                </mc:Choice>
                <mc:Fallback xmlns="">
                  <p:pic>
                    <p:nvPicPr>
                      <p:cNvPr id="21" name="Entrada de lápiz 20">
                        <a:extLst>
                          <a:ext uri="{FF2B5EF4-FFF2-40B4-BE49-F238E27FC236}">
                            <a16:creationId xmlns:a16="http://schemas.microsoft.com/office/drawing/2014/main" id="{BF71E41A-5718-4CCE-9ACF-6B2CC7B87C98}"/>
                          </a:ext>
                        </a:extLst>
                      </p:cNvPr>
                      <p:cNvPicPr/>
                      <p:nvPr/>
                    </p:nvPicPr>
                    <p:blipFill>
                      <a:blip r:embed="rId6"/>
                      <a:stretch>
                        <a:fillRect/>
                      </a:stretch>
                    </p:blipFill>
                    <p:spPr>
                      <a:xfrm>
                        <a:off x="6059220" y="3093249"/>
                        <a:ext cx="79200" cy="408960"/>
                      </a:xfrm>
                      <a:prstGeom prst="rect">
                        <a:avLst/>
                      </a:prstGeom>
                    </p:spPr>
                  </p:pic>
                </mc:Fallback>
              </mc:AlternateContent>
              <p:grpSp>
                <p:nvGrpSpPr>
                  <p:cNvPr id="22" name="Grupo 21">
                    <a:extLst>
                      <a:ext uri="{FF2B5EF4-FFF2-40B4-BE49-F238E27FC236}">
                        <a16:creationId xmlns:a16="http://schemas.microsoft.com/office/drawing/2014/main" id="{5AEAD0B1-06D9-4122-A7C7-D4BDD36C4D6E}"/>
                      </a:ext>
                    </a:extLst>
                  </p:cNvPr>
                  <p:cNvGrpSpPr/>
                  <p:nvPr/>
                </p:nvGrpSpPr>
                <p:grpSpPr>
                  <a:xfrm>
                    <a:off x="6237634" y="3147427"/>
                    <a:ext cx="228600" cy="281573"/>
                    <a:chOff x="6237634" y="3147427"/>
                    <a:chExt cx="228600" cy="281573"/>
                  </a:xfrm>
                </p:grpSpPr>
                <p:sp>
                  <p:nvSpPr>
                    <p:cNvPr id="23" name="Rectángulo 22">
                      <a:extLst>
                        <a:ext uri="{FF2B5EF4-FFF2-40B4-BE49-F238E27FC236}">
                          <a16:creationId xmlns:a16="http://schemas.microsoft.com/office/drawing/2014/main" id="{E14254E9-32A2-4C78-895B-EC73F4B1BE73}"/>
                        </a:ext>
                      </a:extLst>
                    </p:cNvPr>
                    <p:cNvSpPr/>
                    <p:nvPr/>
                  </p:nvSpPr>
                  <p:spPr>
                    <a:xfrm>
                      <a:off x="6237634" y="3147427"/>
                      <a:ext cx="228600" cy="28157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24" name="Conector recto 23">
                      <a:extLst>
                        <a:ext uri="{FF2B5EF4-FFF2-40B4-BE49-F238E27FC236}">
                          <a16:creationId xmlns:a16="http://schemas.microsoft.com/office/drawing/2014/main" id="{CEC170BA-CCFD-4C7E-AFB6-DE8C33F0D3C0}"/>
                        </a:ext>
                      </a:extLst>
                    </p:cNvPr>
                    <p:cNvCxnSpPr>
                      <a:stCxn id="23" idx="1"/>
                      <a:endCxn id="23" idx="3"/>
                    </p:cNvCxnSpPr>
                    <p:nvPr/>
                  </p:nvCxnSpPr>
                  <p:spPr>
                    <a:xfrm>
                      <a:off x="6237634" y="3288214"/>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853DD545-F827-4E54-A464-60D4DD7B3292}"/>
                        </a:ext>
                      </a:extLst>
                    </p:cNvPr>
                    <p:cNvCxnSpPr/>
                    <p:nvPr/>
                  </p:nvCxnSpPr>
                  <p:spPr>
                    <a:xfrm>
                      <a:off x="6237634" y="3219158"/>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03679B40-4272-4B03-8996-4D83D33120EE}"/>
                        </a:ext>
                      </a:extLst>
                    </p:cNvPr>
                    <p:cNvCxnSpPr/>
                    <p:nvPr/>
                  </p:nvCxnSpPr>
                  <p:spPr>
                    <a:xfrm>
                      <a:off x="6237634" y="3359652"/>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18" name="CuadroTexto 17">
                <a:extLst>
                  <a:ext uri="{FF2B5EF4-FFF2-40B4-BE49-F238E27FC236}">
                    <a16:creationId xmlns:a16="http://schemas.microsoft.com/office/drawing/2014/main" id="{2CF1AC71-95C0-454D-8AA3-E4C53E312236}"/>
                  </a:ext>
                </a:extLst>
              </p:cNvPr>
              <p:cNvSpPr txBox="1"/>
              <p:nvPr/>
            </p:nvSpPr>
            <p:spPr>
              <a:xfrm>
                <a:off x="5991281" y="2562847"/>
                <a:ext cx="574211" cy="369332"/>
              </a:xfrm>
              <a:prstGeom prst="rect">
                <a:avLst/>
              </a:prstGeom>
              <a:noFill/>
            </p:spPr>
            <p:txBody>
              <a:bodyPr wrap="square" rtlCol="0">
                <a:spAutoFit/>
              </a:bodyPr>
              <a:lstStyle/>
              <a:p>
                <a:pPr algn="ctr"/>
                <a:r>
                  <a:rPr lang="es-CO" b="1" dirty="0">
                    <a:latin typeface="Consolas" panose="020B0609020204030204" pitchFamily="49" charset="0"/>
                  </a:rPr>
                  <a:t>P</a:t>
                </a:r>
              </a:p>
            </p:txBody>
          </p:sp>
        </p:grpSp>
        <p:sp>
          <p:nvSpPr>
            <p:cNvPr id="13" name="Rectángulo 12">
              <a:extLst>
                <a:ext uri="{FF2B5EF4-FFF2-40B4-BE49-F238E27FC236}">
                  <a16:creationId xmlns:a16="http://schemas.microsoft.com/office/drawing/2014/main" id="{EC4B903C-5CCA-426F-997D-09F856AFF85E}"/>
                </a:ext>
              </a:extLst>
            </p:cNvPr>
            <p:cNvSpPr/>
            <p:nvPr/>
          </p:nvSpPr>
          <p:spPr>
            <a:xfrm>
              <a:off x="2186940" y="5421272"/>
              <a:ext cx="1079639" cy="545289"/>
            </a:xfrm>
            <a:prstGeom prst="rect">
              <a:avLst/>
            </a:prstGeom>
            <a:solidFill>
              <a:schemeClr val="accent1">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CuadroTexto 13">
              <a:extLst>
                <a:ext uri="{FF2B5EF4-FFF2-40B4-BE49-F238E27FC236}">
                  <a16:creationId xmlns:a16="http://schemas.microsoft.com/office/drawing/2014/main" id="{D27F84E7-056D-4D1B-9776-6161C9301A78}"/>
                </a:ext>
              </a:extLst>
            </p:cNvPr>
            <p:cNvSpPr txBox="1"/>
            <p:nvPr/>
          </p:nvSpPr>
          <p:spPr>
            <a:xfrm>
              <a:off x="2463376" y="5386909"/>
              <a:ext cx="574211" cy="307777"/>
            </a:xfrm>
            <a:prstGeom prst="rect">
              <a:avLst/>
            </a:prstGeom>
            <a:noFill/>
          </p:spPr>
          <p:txBody>
            <a:bodyPr wrap="square" rtlCol="0">
              <a:spAutoFit/>
            </a:bodyPr>
            <a:lstStyle/>
            <a:p>
              <a:pPr algn="ctr"/>
              <a:r>
                <a:rPr lang="es-CO" sz="1400" b="1" dirty="0">
                  <a:latin typeface="Consolas" panose="020B0609020204030204" pitchFamily="49" charset="0"/>
                </a:rPr>
                <a:t>P</a:t>
              </a:r>
            </a:p>
          </p:txBody>
        </p:sp>
        <p:cxnSp>
          <p:nvCxnSpPr>
            <p:cNvPr id="15" name="Conector recto 14">
              <a:extLst>
                <a:ext uri="{FF2B5EF4-FFF2-40B4-BE49-F238E27FC236}">
                  <a16:creationId xmlns:a16="http://schemas.microsoft.com/office/drawing/2014/main" id="{A079B82A-4248-4B12-B0CB-54F6FA807756}"/>
                </a:ext>
              </a:extLst>
            </p:cNvPr>
            <p:cNvCxnSpPr/>
            <p:nvPr/>
          </p:nvCxnSpPr>
          <p:spPr>
            <a:xfrm>
              <a:off x="1617895" y="5421272"/>
              <a:ext cx="569045" cy="0"/>
            </a:xfrm>
            <a:prstGeom prst="line">
              <a:avLst/>
            </a:prstGeom>
            <a:ln w="9525">
              <a:prstDash val="dash"/>
            </a:ln>
          </p:spPr>
          <p:style>
            <a:lnRef idx="1">
              <a:schemeClr val="accent2"/>
            </a:lnRef>
            <a:fillRef idx="0">
              <a:schemeClr val="accent2"/>
            </a:fillRef>
            <a:effectRef idx="0">
              <a:schemeClr val="accent2"/>
            </a:effectRef>
            <a:fontRef idx="minor">
              <a:schemeClr val="tx1"/>
            </a:fontRef>
          </p:style>
        </p:cxnSp>
        <p:cxnSp>
          <p:nvCxnSpPr>
            <p:cNvPr id="16" name="Conector recto 15">
              <a:extLst>
                <a:ext uri="{FF2B5EF4-FFF2-40B4-BE49-F238E27FC236}">
                  <a16:creationId xmlns:a16="http://schemas.microsoft.com/office/drawing/2014/main" id="{0B10D86C-B241-41F8-A541-FF23EB2B7596}"/>
                </a:ext>
              </a:extLst>
            </p:cNvPr>
            <p:cNvCxnSpPr>
              <a:cxnSpLocks/>
            </p:cNvCxnSpPr>
            <p:nvPr/>
          </p:nvCxnSpPr>
          <p:spPr>
            <a:xfrm>
              <a:off x="1617895" y="5702846"/>
              <a:ext cx="561425" cy="248374"/>
            </a:xfrm>
            <a:prstGeom prst="line">
              <a:avLst/>
            </a:prstGeom>
            <a:ln w="9525">
              <a:prstDash val="dash"/>
            </a:ln>
          </p:spPr>
          <p:style>
            <a:lnRef idx="1">
              <a:schemeClr val="accent2"/>
            </a:lnRef>
            <a:fillRef idx="0">
              <a:schemeClr val="accent2"/>
            </a:fillRef>
            <a:effectRef idx="0">
              <a:schemeClr val="accent2"/>
            </a:effectRef>
            <a:fontRef idx="minor">
              <a:schemeClr val="tx1"/>
            </a:fontRef>
          </p:style>
        </p:cxnSp>
      </p:grpSp>
      <p:grpSp>
        <p:nvGrpSpPr>
          <p:cNvPr id="27" name="Grupo 26">
            <a:extLst>
              <a:ext uri="{FF2B5EF4-FFF2-40B4-BE49-F238E27FC236}">
                <a16:creationId xmlns:a16="http://schemas.microsoft.com/office/drawing/2014/main" id="{6FC87236-3D82-4779-80F2-3ACEA7407CFE}"/>
              </a:ext>
            </a:extLst>
          </p:cNvPr>
          <p:cNvGrpSpPr/>
          <p:nvPr/>
        </p:nvGrpSpPr>
        <p:grpSpPr>
          <a:xfrm>
            <a:off x="9145387" y="4543925"/>
            <a:ext cx="1079641" cy="1787160"/>
            <a:chOff x="9853845" y="4620923"/>
            <a:chExt cx="1079641" cy="1787160"/>
          </a:xfrm>
        </p:grpSpPr>
        <p:sp>
          <p:nvSpPr>
            <p:cNvPr id="28" name="Rectángulo 27">
              <a:extLst>
                <a:ext uri="{FF2B5EF4-FFF2-40B4-BE49-F238E27FC236}">
                  <a16:creationId xmlns:a16="http://schemas.microsoft.com/office/drawing/2014/main" id="{FE952891-F8A2-4CF0-B205-CB2863787079}"/>
                </a:ext>
              </a:extLst>
            </p:cNvPr>
            <p:cNvSpPr/>
            <p:nvPr/>
          </p:nvSpPr>
          <p:spPr>
            <a:xfrm>
              <a:off x="9853846" y="5522972"/>
              <a:ext cx="1079639" cy="545289"/>
            </a:xfrm>
            <a:prstGeom prst="rect">
              <a:avLst/>
            </a:prstGeom>
            <a:solidFill>
              <a:schemeClr val="accent1">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9" name="Rectángulo 28">
              <a:extLst>
                <a:ext uri="{FF2B5EF4-FFF2-40B4-BE49-F238E27FC236}">
                  <a16:creationId xmlns:a16="http://schemas.microsoft.com/office/drawing/2014/main" id="{0AE1E46F-B7F4-41A2-9FB1-E2ADAB6E25A0}"/>
                </a:ext>
              </a:extLst>
            </p:cNvPr>
            <p:cNvSpPr/>
            <p:nvPr/>
          </p:nvSpPr>
          <p:spPr>
            <a:xfrm>
              <a:off x="9853845" y="4621312"/>
              <a:ext cx="1079639" cy="545289"/>
            </a:xfrm>
            <a:prstGeom prst="rect">
              <a:avLst/>
            </a:prstGeom>
            <a:solidFill>
              <a:schemeClr val="accent6">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0" name="Rectángulo 29">
              <a:extLst>
                <a:ext uri="{FF2B5EF4-FFF2-40B4-BE49-F238E27FC236}">
                  <a16:creationId xmlns:a16="http://schemas.microsoft.com/office/drawing/2014/main" id="{F6B41B6D-F603-441C-8FA0-C08B4ED96184}"/>
                </a:ext>
              </a:extLst>
            </p:cNvPr>
            <p:cNvSpPr/>
            <p:nvPr/>
          </p:nvSpPr>
          <p:spPr>
            <a:xfrm>
              <a:off x="9853848" y="4620923"/>
              <a:ext cx="1079638" cy="178716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1" name="CuadroTexto 30">
              <a:extLst>
                <a:ext uri="{FF2B5EF4-FFF2-40B4-BE49-F238E27FC236}">
                  <a16:creationId xmlns:a16="http://schemas.microsoft.com/office/drawing/2014/main" id="{86F56A2D-0F83-4851-B710-F3C63D7EC8D4}"/>
                </a:ext>
              </a:extLst>
            </p:cNvPr>
            <p:cNvSpPr txBox="1"/>
            <p:nvPr/>
          </p:nvSpPr>
          <p:spPr>
            <a:xfrm>
              <a:off x="9865070" y="4655789"/>
              <a:ext cx="574211" cy="307777"/>
            </a:xfrm>
            <a:prstGeom prst="rect">
              <a:avLst/>
            </a:prstGeom>
            <a:noFill/>
          </p:spPr>
          <p:txBody>
            <a:bodyPr wrap="square" rtlCol="0">
              <a:spAutoFit/>
            </a:bodyPr>
            <a:lstStyle/>
            <a:p>
              <a:pPr algn="ctr"/>
              <a:r>
                <a:rPr lang="es-CO" sz="1400" b="1" dirty="0">
                  <a:latin typeface="Consolas" panose="020B0609020204030204" pitchFamily="49" charset="0"/>
                </a:rPr>
                <a:t>SO</a:t>
              </a:r>
            </a:p>
          </p:txBody>
        </p:sp>
        <p:sp>
          <p:nvSpPr>
            <p:cNvPr id="32" name="CuadroTexto 31">
              <a:extLst>
                <a:ext uri="{FF2B5EF4-FFF2-40B4-BE49-F238E27FC236}">
                  <a16:creationId xmlns:a16="http://schemas.microsoft.com/office/drawing/2014/main" id="{4B804E90-07DF-44A4-80AC-B3D689BA2CDE}"/>
                </a:ext>
              </a:extLst>
            </p:cNvPr>
            <p:cNvSpPr txBox="1"/>
            <p:nvPr/>
          </p:nvSpPr>
          <p:spPr>
            <a:xfrm>
              <a:off x="9865069" y="5497694"/>
              <a:ext cx="574211" cy="307777"/>
            </a:xfrm>
            <a:prstGeom prst="rect">
              <a:avLst/>
            </a:prstGeom>
            <a:noFill/>
          </p:spPr>
          <p:txBody>
            <a:bodyPr wrap="square" rtlCol="0">
              <a:spAutoFit/>
            </a:bodyPr>
            <a:lstStyle/>
            <a:p>
              <a:pPr algn="ctr"/>
              <a:r>
                <a:rPr lang="es-CO" sz="1400" b="1" dirty="0">
                  <a:latin typeface="Consolas" panose="020B0609020204030204" pitchFamily="49" charset="0"/>
                </a:rPr>
                <a:t>P</a:t>
              </a:r>
            </a:p>
          </p:txBody>
        </p:sp>
      </p:grpSp>
      <p:sp>
        <p:nvSpPr>
          <p:cNvPr id="3" name="Rectángulo 2">
            <a:extLst>
              <a:ext uri="{FF2B5EF4-FFF2-40B4-BE49-F238E27FC236}">
                <a16:creationId xmlns:a16="http://schemas.microsoft.com/office/drawing/2014/main" id="{DD066F3A-B0FB-4716-A676-B3B1072ADC3A}"/>
              </a:ext>
            </a:extLst>
          </p:cNvPr>
          <p:cNvSpPr/>
          <p:nvPr/>
        </p:nvSpPr>
        <p:spPr>
          <a:xfrm>
            <a:off x="9863426" y="4679879"/>
            <a:ext cx="228996" cy="242320"/>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5" name="Conector: angular 4">
            <a:extLst>
              <a:ext uri="{FF2B5EF4-FFF2-40B4-BE49-F238E27FC236}">
                <a16:creationId xmlns:a16="http://schemas.microsoft.com/office/drawing/2014/main" id="{DDD97BED-83B4-4926-89FB-69288A010DB2}"/>
              </a:ext>
            </a:extLst>
          </p:cNvPr>
          <p:cNvCxnSpPr>
            <a:cxnSpLocks/>
            <a:stCxn id="3" idx="3"/>
            <a:endCxn id="28" idx="3"/>
          </p:cNvCxnSpPr>
          <p:nvPr/>
        </p:nvCxnSpPr>
        <p:spPr>
          <a:xfrm>
            <a:off x="10092422" y="4801039"/>
            <a:ext cx="132605" cy="917580"/>
          </a:xfrm>
          <a:prstGeom prst="bentConnector3">
            <a:avLst>
              <a:gd name="adj1" fmla="val 272392"/>
            </a:avLst>
          </a:prstGeom>
          <a:ln w="952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7" name="Rectángulo 36">
            <a:extLst>
              <a:ext uri="{FF2B5EF4-FFF2-40B4-BE49-F238E27FC236}">
                <a16:creationId xmlns:a16="http://schemas.microsoft.com/office/drawing/2014/main" id="{85CDCFEE-5D33-4E01-9B1F-8A01F86E7508}"/>
              </a:ext>
            </a:extLst>
          </p:cNvPr>
          <p:cNvSpPr/>
          <p:nvPr/>
        </p:nvSpPr>
        <p:spPr>
          <a:xfrm>
            <a:off x="9863424" y="4778179"/>
            <a:ext cx="228996" cy="45719"/>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38" name="Imagen 37">
            <a:extLst>
              <a:ext uri="{FF2B5EF4-FFF2-40B4-BE49-F238E27FC236}">
                <a16:creationId xmlns:a16="http://schemas.microsoft.com/office/drawing/2014/main" id="{F5176533-6C7C-49FD-BF63-8325474AC188}"/>
              </a:ext>
            </a:extLst>
          </p:cNvPr>
          <p:cNvPicPr>
            <a:picLocks noChangeAspect="1"/>
          </p:cNvPicPr>
          <p:nvPr/>
        </p:nvPicPr>
        <p:blipFill>
          <a:blip r:embed="rId7"/>
          <a:stretch>
            <a:fillRect/>
          </a:stretch>
        </p:blipFill>
        <p:spPr>
          <a:xfrm>
            <a:off x="10805522" y="2325479"/>
            <a:ext cx="1120674" cy="644252"/>
          </a:xfrm>
          <a:prstGeom prst="rect">
            <a:avLst/>
          </a:prstGeom>
        </p:spPr>
      </p:pic>
      <p:pic>
        <p:nvPicPr>
          <p:cNvPr id="39" name="Imagen 38">
            <a:extLst>
              <a:ext uri="{FF2B5EF4-FFF2-40B4-BE49-F238E27FC236}">
                <a16:creationId xmlns:a16="http://schemas.microsoft.com/office/drawing/2014/main" id="{C02F13E4-0D23-45F8-83C1-1C9658C843DB}"/>
              </a:ext>
            </a:extLst>
          </p:cNvPr>
          <p:cNvPicPr>
            <a:picLocks noChangeAspect="1"/>
          </p:cNvPicPr>
          <p:nvPr/>
        </p:nvPicPr>
        <p:blipFill>
          <a:blip r:embed="rId8"/>
          <a:stretch>
            <a:fillRect/>
          </a:stretch>
        </p:blipFill>
        <p:spPr>
          <a:xfrm>
            <a:off x="10810458" y="4922199"/>
            <a:ext cx="1115738" cy="62760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Google Shape;605;p37"/>
          <p:cNvSpPr txBox="1">
            <a:spLocks noGrp="1"/>
          </p:cNvSpPr>
          <p:nvPr>
            <p:ph type="title"/>
          </p:nvPr>
        </p:nvSpPr>
        <p:spPr>
          <a:xfrm>
            <a:off x="368710" y="96038"/>
            <a:ext cx="885194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Sistemas operativos y memoria</a:t>
            </a:r>
            <a:endParaRPr dirty="0">
              <a:solidFill>
                <a:schemeClr val="tx1"/>
              </a:solidFill>
              <a:latin typeface="+mj-lt"/>
            </a:endParaRPr>
          </a:p>
        </p:txBody>
      </p:sp>
      <p:sp>
        <p:nvSpPr>
          <p:cNvPr id="606" name="Google Shape;606;p37"/>
          <p:cNvSpPr txBox="1">
            <a:spLocks noGrp="1"/>
          </p:cNvSpPr>
          <p:nvPr>
            <p:ph type="body" idx="1"/>
          </p:nvPr>
        </p:nvSpPr>
        <p:spPr>
          <a:xfrm>
            <a:off x="464307" y="932102"/>
            <a:ext cx="5317061" cy="2179351"/>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sz="2400" b="1" dirty="0">
                <a:solidFill>
                  <a:schemeClr val="accent1"/>
                </a:solidFill>
                <a:latin typeface="+mn-lt"/>
              </a:rPr>
              <a:t>Primeros sistemas operativos</a:t>
            </a:r>
            <a:endParaRPr sz="2400" dirty="0">
              <a:solidFill>
                <a:schemeClr val="accent1"/>
              </a:solidFill>
              <a:latin typeface="+mn-lt"/>
            </a:endParaRPr>
          </a:p>
          <a:p>
            <a:pPr marL="457200" lvl="0" indent="-355600" algn="l" rtl="0">
              <a:lnSpc>
                <a:spcPct val="100000"/>
              </a:lnSpc>
              <a:spcBef>
                <a:spcPts val="480"/>
              </a:spcBef>
              <a:spcAft>
                <a:spcPts val="0"/>
              </a:spcAft>
              <a:buSzPts val="2000"/>
              <a:buChar char="●"/>
            </a:pPr>
            <a:r>
              <a:rPr lang="es-ES" sz="2200" dirty="0">
                <a:latin typeface="+mn-lt"/>
              </a:rPr>
              <a:t>El sistema operativo consistía en un conjunto de rutinas (biblioteca) que se encontraba al inicio de la memoria física.</a:t>
            </a:r>
            <a:endParaRPr sz="2200" dirty="0">
              <a:latin typeface="+mn-lt"/>
            </a:endParaRPr>
          </a:p>
          <a:p>
            <a:pPr marL="457200" lvl="0" indent="-355600" algn="l" rtl="0">
              <a:lnSpc>
                <a:spcPct val="100000"/>
              </a:lnSpc>
              <a:spcBef>
                <a:spcPts val="0"/>
              </a:spcBef>
              <a:spcAft>
                <a:spcPts val="0"/>
              </a:spcAft>
              <a:buSzPts val="2000"/>
              <a:buChar char="●"/>
            </a:pPr>
            <a:r>
              <a:rPr lang="es-ES" sz="2200" dirty="0">
                <a:latin typeface="+mn-lt"/>
              </a:rPr>
              <a:t>Solo se cargaba </a:t>
            </a:r>
            <a:r>
              <a:rPr lang="es-ES" sz="2200" b="1" dirty="0">
                <a:solidFill>
                  <a:srgbClr val="FF0000"/>
                </a:solidFill>
                <a:latin typeface="+mn-lt"/>
              </a:rPr>
              <a:t>un solo proceso</a:t>
            </a:r>
            <a:r>
              <a:rPr lang="es-ES" sz="2200" dirty="0">
                <a:latin typeface="+mn-lt"/>
              </a:rPr>
              <a:t> en el resto de la memoria. </a:t>
            </a:r>
            <a:endParaRPr sz="2200" dirty="0">
              <a:latin typeface="+mn-lt"/>
            </a:endParaRPr>
          </a:p>
          <a:p>
            <a:pPr marL="0" lvl="0" indent="0" algn="l" rtl="0">
              <a:lnSpc>
                <a:spcPct val="100000"/>
              </a:lnSpc>
              <a:spcBef>
                <a:spcPts val="480"/>
              </a:spcBef>
              <a:spcAft>
                <a:spcPts val="0"/>
              </a:spcAft>
              <a:buNone/>
            </a:pPr>
            <a:endParaRPr sz="2200" dirty="0">
              <a:latin typeface="+mn-lt"/>
            </a:endParaRPr>
          </a:p>
          <a:p>
            <a:pPr marL="0" lvl="0" indent="0" algn="l" rtl="0">
              <a:lnSpc>
                <a:spcPct val="100000"/>
              </a:lnSpc>
              <a:spcBef>
                <a:spcPts val="480"/>
              </a:spcBef>
              <a:spcAft>
                <a:spcPts val="0"/>
              </a:spcAft>
              <a:buNone/>
            </a:pPr>
            <a:endParaRPr sz="2200" dirty="0">
              <a:latin typeface="+mn-lt"/>
            </a:endParaRPr>
          </a:p>
          <a:p>
            <a:pPr marL="0" lvl="0" indent="0" algn="l" rtl="0">
              <a:lnSpc>
                <a:spcPct val="100000"/>
              </a:lnSpc>
              <a:spcBef>
                <a:spcPts val="480"/>
              </a:spcBef>
              <a:spcAft>
                <a:spcPts val="0"/>
              </a:spcAft>
              <a:buNone/>
            </a:pPr>
            <a:endParaRPr sz="2200" dirty="0">
              <a:latin typeface="+mn-lt"/>
            </a:endParaRPr>
          </a:p>
          <a:p>
            <a:pPr marL="457200" lvl="0" indent="0" algn="l" rtl="0">
              <a:lnSpc>
                <a:spcPct val="100000"/>
              </a:lnSpc>
              <a:spcBef>
                <a:spcPts val="480"/>
              </a:spcBef>
              <a:spcAft>
                <a:spcPts val="0"/>
              </a:spcAft>
              <a:buNone/>
            </a:pPr>
            <a:endParaRPr sz="2400" dirty="0">
              <a:latin typeface="+mn-lt"/>
            </a:endParaRPr>
          </a:p>
        </p:txBody>
      </p:sp>
      <p:pic>
        <p:nvPicPr>
          <p:cNvPr id="607" name="Google Shape;607;p37"/>
          <p:cNvPicPr preferRelativeResize="0"/>
          <p:nvPr/>
        </p:nvPicPr>
        <p:blipFill>
          <a:blip r:embed="rId3">
            <a:alphaModFix/>
          </a:blip>
          <a:stretch>
            <a:fillRect/>
          </a:stretch>
        </p:blipFill>
        <p:spPr>
          <a:xfrm>
            <a:off x="9220650" y="1247319"/>
            <a:ext cx="2624175" cy="4708076"/>
          </a:xfrm>
          <a:prstGeom prst="rect">
            <a:avLst/>
          </a:prstGeom>
          <a:noFill/>
          <a:ln>
            <a:noFill/>
          </a:ln>
        </p:spPr>
      </p:pic>
      <p:grpSp>
        <p:nvGrpSpPr>
          <p:cNvPr id="2" name="Grupo 1">
            <a:extLst>
              <a:ext uri="{FF2B5EF4-FFF2-40B4-BE49-F238E27FC236}">
                <a16:creationId xmlns:a16="http://schemas.microsoft.com/office/drawing/2014/main" id="{7DD7B8BC-D1FB-459C-BB1E-9F834CC80975}"/>
              </a:ext>
            </a:extLst>
          </p:cNvPr>
          <p:cNvGrpSpPr/>
          <p:nvPr/>
        </p:nvGrpSpPr>
        <p:grpSpPr>
          <a:xfrm>
            <a:off x="6096000" y="1015708"/>
            <a:ext cx="3473512" cy="2012137"/>
            <a:chOff x="464307" y="3548005"/>
            <a:chExt cx="3473512" cy="2012137"/>
          </a:xfrm>
        </p:grpSpPr>
        <p:sp>
          <p:nvSpPr>
            <p:cNvPr id="608" name="Google Shape;608;p37"/>
            <p:cNvSpPr/>
            <p:nvPr/>
          </p:nvSpPr>
          <p:spPr>
            <a:xfrm>
              <a:off x="464307" y="3548005"/>
              <a:ext cx="3473512" cy="2012137"/>
            </a:xfrm>
            <a:prstGeom prst="irregularSeal2">
              <a:avLst/>
            </a:prstGeom>
            <a:solidFill>
              <a:srgbClr val="FFFF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7"/>
            <p:cNvSpPr txBox="1"/>
            <p:nvPr/>
          </p:nvSpPr>
          <p:spPr>
            <a:xfrm>
              <a:off x="1111722" y="4043838"/>
              <a:ext cx="1896950" cy="1079752"/>
            </a:xfrm>
            <a:prstGeom prst="rect">
              <a:avLst/>
            </a:prstGeom>
            <a:noFill/>
            <a:ln>
              <a:noFill/>
            </a:ln>
          </p:spPr>
          <p:txBody>
            <a:bodyPr spcFirstLastPara="1" wrap="square" lIns="91425" tIns="91425" rIns="91425" bIns="91425" anchor="t" anchorCtr="0">
              <a:spAutoFit/>
            </a:bodyPr>
            <a:lstStyle/>
            <a:p>
              <a:pPr marL="0" lvl="0" indent="0" algn="ctr" rtl="0">
                <a:spcBef>
                  <a:spcPts val="480"/>
                </a:spcBef>
                <a:spcAft>
                  <a:spcPts val="0"/>
                </a:spcAft>
                <a:buNone/>
              </a:pPr>
              <a:r>
                <a:rPr lang="es-ES" b="1" dirty="0">
                  <a:solidFill>
                    <a:srgbClr val="FF0000"/>
                  </a:solidFill>
                  <a:ea typeface="Roboto"/>
                  <a:cs typeface="Roboto"/>
                  <a:sym typeface="Roboto"/>
                </a:rPr>
                <a:t>Bajo nivel de utilización - poco eficiente</a:t>
              </a:r>
              <a:endParaRPr b="1" dirty="0">
                <a:solidFill>
                  <a:srgbClr val="FF0000"/>
                </a:solidFill>
                <a:ea typeface="Roboto"/>
                <a:cs typeface="Roboto"/>
                <a:sym typeface="Roboto"/>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38"/>
          <p:cNvSpPr txBox="1">
            <a:spLocks noGrp="1"/>
          </p:cNvSpPr>
          <p:nvPr>
            <p:ph type="title"/>
          </p:nvPr>
        </p:nvSpPr>
        <p:spPr>
          <a:xfrm>
            <a:off x="368710" y="96038"/>
            <a:ext cx="885194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Sistemas operativos y memoria</a:t>
            </a:r>
            <a:endParaRPr dirty="0"/>
          </a:p>
        </p:txBody>
      </p:sp>
      <p:sp>
        <p:nvSpPr>
          <p:cNvPr id="615" name="Google Shape;615;p38"/>
          <p:cNvSpPr txBox="1">
            <a:spLocks noGrp="1"/>
          </p:cNvSpPr>
          <p:nvPr>
            <p:ph type="body" idx="1"/>
          </p:nvPr>
        </p:nvSpPr>
        <p:spPr>
          <a:xfrm>
            <a:off x="368710" y="890587"/>
            <a:ext cx="5727290" cy="2693271"/>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sz="2400" b="1" dirty="0">
                <a:solidFill>
                  <a:schemeClr val="accent1"/>
                </a:solidFill>
                <a:latin typeface="+mn-lt"/>
              </a:rPr>
              <a:t>Multiprogramación - tiempo compartido</a:t>
            </a:r>
            <a:endParaRPr sz="3200" dirty="0">
              <a:solidFill>
                <a:schemeClr val="accent1"/>
              </a:solidFill>
              <a:latin typeface="+mn-lt"/>
            </a:endParaRPr>
          </a:p>
          <a:p>
            <a:pPr marL="457200" lvl="0" indent="-381000" algn="l" rtl="0">
              <a:lnSpc>
                <a:spcPct val="100000"/>
              </a:lnSpc>
              <a:spcBef>
                <a:spcPts val="480"/>
              </a:spcBef>
              <a:spcAft>
                <a:spcPts val="0"/>
              </a:spcAft>
              <a:buSzPts val="2400"/>
              <a:buChar char="●"/>
            </a:pPr>
            <a:r>
              <a:rPr lang="es-ES" sz="2200" dirty="0">
                <a:latin typeface="+mn-lt"/>
              </a:rPr>
              <a:t>Carga múltiples procesos en memoria</a:t>
            </a:r>
            <a:endParaRPr sz="2200" dirty="0">
              <a:latin typeface="+mn-lt"/>
            </a:endParaRPr>
          </a:p>
          <a:p>
            <a:pPr marL="914400" lvl="1" indent="-381000" algn="l" rtl="0">
              <a:lnSpc>
                <a:spcPct val="100000"/>
              </a:lnSpc>
              <a:spcBef>
                <a:spcPts val="0"/>
              </a:spcBef>
              <a:spcAft>
                <a:spcPts val="0"/>
              </a:spcAft>
              <a:buSzPts val="2400"/>
              <a:buChar char="○"/>
            </a:pPr>
            <a:r>
              <a:rPr lang="es-ES" sz="2200" dirty="0">
                <a:latin typeface="+mn-lt"/>
              </a:rPr>
              <a:t>Ejecuta un proceso por un periodo corto de tiempo.</a:t>
            </a:r>
            <a:endParaRPr sz="2200" dirty="0">
              <a:latin typeface="+mn-lt"/>
            </a:endParaRPr>
          </a:p>
          <a:p>
            <a:pPr marL="914400" lvl="1" indent="-381000" algn="l" rtl="0">
              <a:lnSpc>
                <a:spcPct val="100000"/>
              </a:lnSpc>
              <a:spcBef>
                <a:spcPts val="0"/>
              </a:spcBef>
              <a:spcAft>
                <a:spcPts val="0"/>
              </a:spcAft>
              <a:buSzPts val="2400"/>
              <a:buChar char="○"/>
            </a:pPr>
            <a:r>
              <a:rPr lang="es-ES" sz="2200" dirty="0">
                <a:latin typeface="+mn-lt"/>
              </a:rPr>
              <a:t>Cambia uso de CPU entre procesos.</a:t>
            </a:r>
            <a:endParaRPr sz="2200" dirty="0">
              <a:latin typeface="+mn-lt"/>
            </a:endParaRPr>
          </a:p>
          <a:p>
            <a:pPr marL="914400" lvl="1" indent="-381000" algn="l" rtl="0">
              <a:lnSpc>
                <a:spcPct val="100000"/>
              </a:lnSpc>
              <a:spcBef>
                <a:spcPts val="0"/>
              </a:spcBef>
              <a:spcAft>
                <a:spcPts val="0"/>
              </a:spcAft>
              <a:buSzPts val="2400"/>
              <a:buChar char="○"/>
            </a:pPr>
            <a:r>
              <a:rPr lang="es-ES" sz="2200" dirty="0">
                <a:latin typeface="+mn-lt"/>
              </a:rPr>
              <a:t>Incrementa utilización y eficiencia.</a:t>
            </a:r>
            <a:endParaRPr sz="2200" dirty="0">
              <a:latin typeface="+mn-lt"/>
            </a:endParaRPr>
          </a:p>
          <a:p>
            <a:pPr marL="457200" lvl="0" indent="-381000" algn="l" rtl="0">
              <a:lnSpc>
                <a:spcPct val="100000"/>
              </a:lnSpc>
              <a:spcBef>
                <a:spcPts val="480"/>
              </a:spcBef>
              <a:spcAft>
                <a:spcPts val="0"/>
              </a:spcAft>
              <a:buSzPts val="2400"/>
              <a:buChar char="●"/>
            </a:pPr>
            <a:r>
              <a:rPr lang="es-ES" sz="2200" dirty="0">
                <a:latin typeface="+mn-lt"/>
              </a:rPr>
              <a:t>Crea un problema de </a:t>
            </a:r>
            <a:r>
              <a:rPr lang="es-ES" sz="2200" b="1" dirty="0">
                <a:solidFill>
                  <a:srgbClr val="FF0000"/>
                </a:solidFill>
                <a:latin typeface="+mn-lt"/>
              </a:rPr>
              <a:t>protección</a:t>
            </a:r>
            <a:r>
              <a:rPr lang="es-ES" sz="2200" dirty="0">
                <a:latin typeface="+mn-lt"/>
              </a:rPr>
              <a:t>.</a:t>
            </a:r>
            <a:endParaRPr sz="2200"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sz="2400" dirty="0">
              <a:latin typeface="+mn-lt"/>
            </a:endParaRPr>
          </a:p>
          <a:p>
            <a:pPr marL="0" lvl="0" indent="0" algn="l" rtl="0">
              <a:lnSpc>
                <a:spcPct val="100000"/>
              </a:lnSpc>
              <a:spcBef>
                <a:spcPts val="480"/>
              </a:spcBef>
              <a:spcAft>
                <a:spcPts val="0"/>
              </a:spcAft>
              <a:buNone/>
            </a:pPr>
            <a:endParaRPr sz="2400" dirty="0">
              <a:latin typeface="+mn-lt"/>
            </a:endParaRPr>
          </a:p>
          <a:p>
            <a:pPr marL="0" lvl="0" indent="0" algn="l" rtl="0">
              <a:lnSpc>
                <a:spcPct val="100000"/>
              </a:lnSpc>
              <a:spcBef>
                <a:spcPts val="480"/>
              </a:spcBef>
              <a:spcAft>
                <a:spcPts val="0"/>
              </a:spcAft>
              <a:buClr>
                <a:schemeClr val="dk1"/>
              </a:buClr>
              <a:buSzPts val="1100"/>
              <a:buFont typeface="Arial"/>
              <a:buNone/>
            </a:pPr>
            <a:endParaRPr sz="2400" dirty="0">
              <a:latin typeface="+mn-lt"/>
            </a:endParaRPr>
          </a:p>
          <a:p>
            <a:pPr marL="0" lvl="0" indent="0" algn="l" rtl="0">
              <a:lnSpc>
                <a:spcPct val="100000"/>
              </a:lnSpc>
              <a:spcBef>
                <a:spcPts val="480"/>
              </a:spcBef>
              <a:spcAft>
                <a:spcPts val="0"/>
              </a:spcAft>
              <a:buNone/>
            </a:pPr>
            <a:endParaRPr sz="2400" dirty="0">
              <a:latin typeface="+mn-lt"/>
            </a:endParaRPr>
          </a:p>
          <a:p>
            <a:pPr marL="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sz="2400" dirty="0">
              <a:latin typeface="+mn-lt"/>
            </a:endParaRPr>
          </a:p>
          <a:p>
            <a:pPr marL="0" lvl="0" indent="0" algn="l" rtl="0">
              <a:lnSpc>
                <a:spcPct val="100000"/>
              </a:lnSpc>
              <a:spcBef>
                <a:spcPts val="480"/>
              </a:spcBef>
              <a:spcAft>
                <a:spcPts val="0"/>
              </a:spcAft>
              <a:buNone/>
            </a:pPr>
            <a:endParaRPr sz="2400" dirty="0">
              <a:latin typeface="+mn-lt"/>
            </a:endParaRPr>
          </a:p>
          <a:p>
            <a:pPr marL="0" lvl="0" indent="0" algn="l" rtl="0">
              <a:lnSpc>
                <a:spcPct val="100000"/>
              </a:lnSpc>
              <a:spcBef>
                <a:spcPts val="480"/>
              </a:spcBef>
              <a:spcAft>
                <a:spcPts val="0"/>
              </a:spcAft>
              <a:buNone/>
            </a:pPr>
            <a:endParaRPr sz="2400" dirty="0">
              <a:latin typeface="+mn-lt"/>
            </a:endParaRPr>
          </a:p>
          <a:p>
            <a:pPr marL="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dirty="0">
              <a:latin typeface="+mn-lt"/>
            </a:endParaRPr>
          </a:p>
        </p:txBody>
      </p:sp>
      <p:pic>
        <p:nvPicPr>
          <p:cNvPr id="616" name="Google Shape;616;p38"/>
          <p:cNvPicPr preferRelativeResize="0"/>
          <p:nvPr/>
        </p:nvPicPr>
        <p:blipFill>
          <a:blip r:embed="rId3">
            <a:alphaModFix/>
          </a:blip>
          <a:stretch>
            <a:fillRect/>
          </a:stretch>
        </p:blipFill>
        <p:spPr>
          <a:xfrm>
            <a:off x="9222040" y="1045538"/>
            <a:ext cx="2601250" cy="5209325"/>
          </a:xfrm>
          <a:prstGeom prst="rect">
            <a:avLst/>
          </a:prstGeom>
          <a:noFill/>
          <a:ln>
            <a:noFill/>
          </a:ln>
        </p:spPr>
      </p:pic>
      <p:grpSp>
        <p:nvGrpSpPr>
          <p:cNvPr id="617" name="Google Shape;617;p38"/>
          <p:cNvGrpSpPr/>
          <p:nvPr/>
        </p:nvGrpSpPr>
        <p:grpSpPr>
          <a:xfrm>
            <a:off x="5918402" y="1045538"/>
            <a:ext cx="3156155" cy="2317827"/>
            <a:chOff x="1314050" y="4447499"/>
            <a:chExt cx="6076346" cy="2637446"/>
          </a:xfrm>
        </p:grpSpPr>
        <p:sp>
          <p:nvSpPr>
            <p:cNvPr id="618" name="Google Shape;618;p38"/>
            <p:cNvSpPr/>
            <p:nvPr/>
          </p:nvSpPr>
          <p:spPr>
            <a:xfrm>
              <a:off x="1314050" y="4447499"/>
              <a:ext cx="6076346" cy="2637446"/>
            </a:xfrm>
            <a:prstGeom prst="irregularSeal2">
              <a:avLst/>
            </a:prstGeom>
            <a:solidFill>
              <a:srgbClr val="FFFF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9" name="Google Shape;619;p38"/>
            <p:cNvSpPr txBox="1"/>
            <p:nvPr/>
          </p:nvSpPr>
          <p:spPr>
            <a:xfrm>
              <a:off x="2641628" y="5070566"/>
              <a:ext cx="3158696" cy="1403755"/>
            </a:xfrm>
            <a:prstGeom prst="rect">
              <a:avLst/>
            </a:prstGeom>
            <a:noFill/>
            <a:ln>
              <a:noFill/>
            </a:ln>
          </p:spPr>
          <p:txBody>
            <a:bodyPr spcFirstLastPara="1" wrap="square" lIns="91425" tIns="91425" rIns="91425" bIns="91425" anchor="t" anchorCtr="0">
              <a:spAutoFit/>
            </a:bodyPr>
            <a:lstStyle/>
            <a:p>
              <a:pPr marL="0" lvl="0" indent="0" algn="ctr" rtl="0">
                <a:spcBef>
                  <a:spcPts val="480"/>
                </a:spcBef>
                <a:spcAft>
                  <a:spcPts val="0"/>
                </a:spcAft>
                <a:buNone/>
              </a:pPr>
              <a:r>
                <a:rPr lang="es-ES" sz="1600" b="1" dirty="0">
                  <a:solidFill>
                    <a:srgbClr val="FF0000"/>
                  </a:solidFill>
                  <a:ea typeface="Roboto"/>
                  <a:cs typeface="Roboto"/>
                  <a:sym typeface="Roboto"/>
                </a:rPr>
                <a:t>¡Accesos de memoria ilegales de otros procesos!</a:t>
              </a:r>
              <a:endParaRPr sz="1600" b="1" dirty="0">
                <a:solidFill>
                  <a:srgbClr val="FF0000"/>
                </a:solidFill>
                <a:ea typeface="Roboto"/>
                <a:cs typeface="Roboto"/>
                <a:sym typeface="Roboto"/>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p40"/>
          <p:cNvSpPr txBox="1">
            <a:spLocks noGrp="1"/>
          </p:cNvSpPr>
          <p:nvPr>
            <p:ph type="title"/>
          </p:nvPr>
        </p:nvSpPr>
        <p:spPr>
          <a:xfrm>
            <a:off x="493487" y="96038"/>
            <a:ext cx="10154848"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Espacio de direcciones: Address Space</a:t>
            </a:r>
            <a:endParaRPr dirty="0">
              <a:solidFill>
                <a:schemeClr val="tx1"/>
              </a:solidFill>
              <a:latin typeface="+mj-lt"/>
            </a:endParaRPr>
          </a:p>
        </p:txBody>
      </p:sp>
      <p:sp>
        <p:nvSpPr>
          <p:cNvPr id="631" name="Google Shape;631;p40"/>
          <p:cNvSpPr txBox="1">
            <a:spLocks noGrp="1"/>
          </p:cNvSpPr>
          <p:nvPr>
            <p:ph type="body" idx="1"/>
          </p:nvPr>
        </p:nvSpPr>
        <p:spPr>
          <a:xfrm>
            <a:off x="3686629" y="1045550"/>
            <a:ext cx="8170921" cy="2495936"/>
          </a:xfrm>
          <a:prstGeom prst="rect">
            <a:avLst/>
          </a:prstGeom>
        </p:spPr>
        <p:txBody>
          <a:bodyPr spcFirstLastPara="1" wrap="square" lIns="91425" tIns="45700" rIns="91425" bIns="45700" anchor="t" anchorCtr="0">
            <a:noAutofit/>
          </a:bodyPr>
          <a:lstStyle/>
          <a:p>
            <a:pPr marL="457200" lvl="0" indent="-381000" algn="l" rtl="0">
              <a:lnSpc>
                <a:spcPct val="100000"/>
              </a:lnSpc>
              <a:spcBef>
                <a:spcPts val="480"/>
              </a:spcBef>
              <a:spcAft>
                <a:spcPts val="0"/>
              </a:spcAft>
              <a:buSzPts val="2400"/>
              <a:buChar char="●"/>
            </a:pPr>
            <a:r>
              <a:rPr lang="es-ES" sz="2200" b="1" dirty="0">
                <a:solidFill>
                  <a:schemeClr val="accent2"/>
                </a:solidFill>
                <a:latin typeface="+mn-lt"/>
              </a:rPr>
              <a:t>Abstracción </a:t>
            </a:r>
            <a:r>
              <a:rPr lang="es-ES" sz="2200" dirty="0">
                <a:latin typeface="+mn-lt"/>
              </a:rPr>
              <a:t>de la memoria física creada por el sistema operativo</a:t>
            </a:r>
            <a:endParaRPr sz="2200" dirty="0">
              <a:latin typeface="+mn-lt"/>
            </a:endParaRPr>
          </a:p>
          <a:p>
            <a:pPr marL="457200" lvl="0" indent="-381000" algn="l" rtl="0">
              <a:lnSpc>
                <a:spcPct val="100000"/>
              </a:lnSpc>
              <a:spcBef>
                <a:spcPts val="0"/>
              </a:spcBef>
              <a:spcAft>
                <a:spcPts val="0"/>
              </a:spcAft>
              <a:buSzPts val="2400"/>
              <a:buChar char="●"/>
            </a:pPr>
            <a:r>
              <a:rPr lang="es-ES" sz="2200" dirty="0">
                <a:latin typeface="+mn-lt"/>
              </a:rPr>
              <a:t>Contiene todos los datos e instrucciones de un proceso en ejecución</a:t>
            </a:r>
            <a:endParaRPr sz="2200" dirty="0">
              <a:latin typeface="+mn-lt"/>
            </a:endParaRPr>
          </a:p>
          <a:p>
            <a:pPr marL="914400" lvl="1" indent="-381000" algn="l" rtl="0">
              <a:lnSpc>
                <a:spcPct val="100000"/>
              </a:lnSpc>
              <a:spcBef>
                <a:spcPts val="0"/>
              </a:spcBef>
              <a:spcAft>
                <a:spcPts val="0"/>
              </a:spcAft>
              <a:buClr>
                <a:srgbClr val="8CC63E"/>
              </a:buClr>
              <a:buSzPts val="2400"/>
              <a:buChar char="○"/>
            </a:pPr>
            <a:r>
              <a:rPr lang="es-ES" sz="2200" b="1" dirty="0">
                <a:solidFill>
                  <a:schemeClr val="accent6"/>
                </a:solidFill>
                <a:latin typeface="+mn-lt"/>
              </a:rPr>
              <a:t>Program code (text)</a:t>
            </a:r>
            <a:endParaRPr sz="2200" b="1" dirty="0">
              <a:solidFill>
                <a:schemeClr val="accent6"/>
              </a:solidFill>
              <a:latin typeface="+mn-lt"/>
            </a:endParaRPr>
          </a:p>
          <a:p>
            <a:pPr marL="914400" lvl="1" indent="-381000" algn="l" rtl="0">
              <a:lnSpc>
                <a:spcPct val="100000"/>
              </a:lnSpc>
              <a:spcBef>
                <a:spcPts val="0"/>
              </a:spcBef>
              <a:spcAft>
                <a:spcPts val="0"/>
              </a:spcAft>
              <a:buClr>
                <a:srgbClr val="8CC63E"/>
              </a:buClr>
              <a:buSzPts val="2400"/>
              <a:buChar char="○"/>
            </a:pPr>
            <a:r>
              <a:rPr lang="es-ES" sz="2200" b="1" dirty="0">
                <a:solidFill>
                  <a:schemeClr val="accent6"/>
                </a:solidFill>
                <a:latin typeface="+mn-lt"/>
              </a:rPr>
              <a:t>Data</a:t>
            </a:r>
            <a:endParaRPr sz="2200" b="1" dirty="0">
              <a:solidFill>
                <a:schemeClr val="accent6"/>
              </a:solidFill>
              <a:latin typeface="+mn-lt"/>
            </a:endParaRPr>
          </a:p>
          <a:p>
            <a:pPr marL="914400" lvl="1" indent="-381000" algn="l" rtl="0">
              <a:lnSpc>
                <a:spcPct val="100000"/>
              </a:lnSpc>
              <a:spcBef>
                <a:spcPts val="0"/>
              </a:spcBef>
              <a:spcAft>
                <a:spcPts val="0"/>
              </a:spcAft>
              <a:buClr>
                <a:srgbClr val="E06666"/>
              </a:buClr>
              <a:buSzPts val="2400"/>
              <a:buChar char="○"/>
            </a:pPr>
            <a:r>
              <a:rPr lang="es-ES" sz="2200" b="1" dirty="0">
                <a:solidFill>
                  <a:srgbClr val="C00000"/>
                </a:solidFill>
                <a:latin typeface="+mn-lt"/>
              </a:rPr>
              <a:t>Heap</a:t>
            </a:r>
            <a:endParaRPr sz="2200" b="1" dirty="0">
              <a:solidFill>
                <a:srgbClr val="C00000"/>
              </a:solidFill>
              <a:latin typeface="+mn-lt"/>
            </a:endParaRPr>
          </a:p>
          <a:p>
            <a:pPr marL="914400" lvl="1" indent="-381000" algn="l" rtl="0">
              <a:lnSpc>
                <a:spcPct val="100000"/>
              </a:lnSpc>
              <a:spcBef>
                <a:spcPts val="0"/>
              </a:spcBef>
              <a:spcAft>
                <a:spcPts val="0"/>
              </a:spcAft>
              <a:buClr>
                <a:srgbClr val="3D85C6"/>
              </a:buClr>
              <a:buSzPts val="2400"/>
              <a:buChar char="○"/>
            </a:pPr>
            <a:r>
              <a:rPr lang="es-ES" sz="2200" b="1" dirty="0">
                <a:solidFill>
                  <a:schemeClr val="accent1"/>
                </a:solidFill>
                <a:latin typeface="+mn-lt"/>
              </a:rPr>
              <a:t>Stack</a:t>
            </a:r>
            <a:endParaRPr sz="2200" b="1" dirty="0">
              <a:solidFill>
                <a:schemeClr val="accent1"/>
              </a:solidFill>
              <a:latin typeface="+mn-lt"/>
            </a:endParaRPr>
          </a:p>
          <a:p>
            <a:pPr marL="457200" lvl="0" indent="0" algn="l" rtl="0">
              <a:lnSpc>
                <a:spcPct val="100000"/>
              </a:lnSpc>
              <a:spcBef>
                <a:spcPts val="480"/>
              </a:spcBef>
              <a:spcAft>
                <a:spcPts val="0"/>
              </a:spcAft>
              <a:buNone/>
            </a:pPr>
            <a:endParaRPr sz="2200" dirty="0">
              <a:latin typeface="+mn-lt"/>
            </a:endParaRPr>
          </a:p>
          <a:p>
            <a:pPr marL="0" lvl="0" indent="0" algn="l" rtl="0">
              <a:lnSpc>
                <a:spcPct val="100000"/>
              </a:lnSpc>
              <a:spcBef>
                <a:spcPts val="480"/>
              </a:spcBef>
              <a:spcAft>
                <a:spcPts val="0"/>
              </a:spcAft>
              <a:buNone/>
            </a:pPr>
            <a:endParaRPr sz="2200" dirty="0">
              <a:latin typeface="+mn-lt"/>
            </a:endParaRPr>
          </a:p>
          <a:p>
            <a:pPr marL="0" lvl="0" indent="0" algn="l" rtl="0">
              <a:lnSpc>
                <a:spcPct val="100000"/>
              </a:lnSpc>
              <a:spcBef>
                <a:spcPts val="480"/>
              </a:spcBef>
              <a:spcAft>
                <a:spcPts val="0"/>
              </a:spcAft>
              <a:buNone/>
            </a:pPr>
            <a:endParaRPr sz="2200" dirty="0">
              <a:latin typeface="+mn-lt"/>
            </a:endParaRPr>
          </a:p>
          <a:p>
            <a:pPr marL="0" lvl="0" indent="0" algn="l" rtl="0">
              <a:lnSpc>
                <a:spcPct val="100000"/>
              </a:lnSpc>
              <a:spcBef>
                <a:spcPts val="480"/>
              </a:spcBef>
              <a:spcAft>
                <a:spcPts val="0"/>
              </a:spcAft>
              <a:buNone/>
            </a:pPr>
            <a:endParaRPr sz="2200" dirty="0">
              <a:latin typeface="+mn-lt"/>
            </a:endParaRPr>
          </a:p>
          <a:p>
            <a:pPr marL="0" lvl="0" indent="0" algn="l" rtl="0">
              <a:lnSpc>
                <a:spcPct val="100000"/>
              </a:lnSpc>
              <a:spcBef>
                <a:spcPts val="480"/>
              </a:spcBef>
              <a:spcAft>
                <a:spcPts val="0"/>
              </a:spcAft>
              <a:buNone/>
            </a:pPr>
            <a:endParaRPr sz="2200" dirty="0">
              <a:latin typeface="+mn-lt"/>
            </a:endParaRPr>
          </a:p>
          <a:p>
            <a:pPr marL="457200" lvl="0" indent="0" algn="l" rtl="0">
              <a:lnSpc>
                <a:spcPct val="100000"/>
              </a:lnSpc>
              <a:spcBef>
                <a:spcPts val="480"/>
              </a:spcBef>
              <a:spcAft>
                <a:spcPts val="0"/>
              </a:spcAft>
              <a:buNone/>
            </a:pPr>
            <a:endParaRPr sz="2200" dirty="0">
              <a:latin typeface="+mn-lt"/>
            </a:endParaRPr>
          </a:p>
          <a:p>
            <a:pPr marL="457200" lvl="0" indent="0" algn="l" rtl="0">
              <a:lnSpc>
                <a:spcPct val="100000"/>
              </a:lnSpc>
              <a:spcBef>
                <a:spcPts val="480"/>
              </a:spcBef>
              <a:spcAft>
                <a:spcPts val="0"/>
              </a:spcAft>
              <a:buNone/>
            </a:pPr>
            <a:endParaRPr sz="2200" dirty="0">
              <a:latin typeface="+mn-lt"/>
            </a:endParaRPr>
          </a:p>
          <a:p>
            <a:pPr marL="457200" lvl="0" indent="0" algn="l" rtl="0">
              <a:lnSpc>
                <a:spcPct val="100000"/>
              </a:lnSpc>
              <a:spcBef>
                <a:spcPts val="480"/>
              </a:spcBef>
              <a:spcAft>
                <a:spcPts val="0"/>
              </a:spcAft>
              <a:buNone/>
            </a:pPr>
            <a:endParaRPr sz="2200" dirty="0">
              <a:latin typeface="+mn-lt"/>
            </a:endParaRPr>
          </a:p>
          <a:p>
            <a:pPr marL="457200" lvl="0" indent="0" algn="l" rtl="0">
              <a:lnSpc>
                <a:spcPct val="100000"/>
              </a:lnSpc>
              <a:spcBef>
                <a:spcPts val="480"/>
              </a:spcBef>
              <a:spcAft>
                <a:spcPts val="0"/>
              </a:spcAft>
              <a:buNone/>
            </a:pPr>
            <a:endParaRPr sz="2200" dirty="0">
              <a:latin typeface="+mn-lt"/>
            </a:endParaRPr>
          </a:p>
          <a:p>
            <a:pPr marL="457200" lvl="0" indent="0" algn="l" rtl="0">
              <a:lnSpc>
                <a:spcPct val="100000"/>
              </a:lnSpc>
              <a:spcBef>
                <a:spcPts val="480"/>
              </a:spcBef>
              <a:spcAft>
                <a:spcPts val="0"/>
              </a:spcAft>
              <a:buNone/>
            </a:pPr>
            <a:endParaRPr sz="2200" dirty="0">
              <a:latin typeface="+mn-lt"/>
            </a:endParaRPr>
          </a:p>
          <a:p>
            <a:pPr marL="457200" lvl="0" indent="0" algn="l" rtl="0">
              <a:lnSpc>
                <a:spcPct val="100000"/>
              </a:lnSpc>
              <a:spcBef>
                <a:spcPts val="480"/>
              </a:spcBef>
              <a:spcAft>
                <a:spcPts val="0"/>
              </a:spcAft>
              <a:buNone/>
            </a:pPr>
            <a:endParaRPr sz="2200" dirty="0">
              <a:latin typeface="+mn-lt"/>
            </a:endParaRPr>
          </a:p>
          <a:p>
            <a:pPr marL="457200" lvl="0" indent="0" algn="l" rtl="0">
              <a:lnSpc>
                <a:spcPct val="100000"/>
              </a:lnSpc>
              <a:spcBef>
                <a:spcPts val="480"/>
              </a:spcBef>
              <a:spcAft>
                <a:spcPts val="0"/>
              </a:spcAft>
              <a:buNone/>
            </a:pPr>
            <a:endParaRPr sz="2200" dirty="0">
              <a:latin typeface="+mn-lt"/>
            </a:endParaRPr>
          </a:p>
          <a:p>
            <a:pPr marL="457200" lvl="0" indent="0" algn="l" rtl="0">
              <a:lnSpc>
                <a:spcPct val="100000"/>
              </a:lnSpc>
              <a:spcBef>
                <a:spcPts val="480"/>
              </a:spcBef>
              <a:spcAft>
                <a:spcPts val="0"/>
              </a:spcAft>
              <a:buNone/>
            </a:pPr>
            <a:endParaRPr sz="2200" dirty="0">
              <a:latin typeface="+mn-lt"/>
            </a:endParaRPr>
          </a:p>
          <a:p>
            <a:pPr marL="457200" lvl="0" indent="0" algn="l" rtl="0">
              <a:lnSpc>
                <a:spcPct val="100000"/>
              </a:lnSpc>
              <a:spcBef>
                <a:spcPts val="480"/>
              </a:spcBef>
              <a:spcAft>
                <a:spcPts val="0"/>
              </a:spcAft>
              <a:buNone/>
            </a:pPr>
            <a:endParaRPr sz="2200" dirty="0">
              <a:latin typeface="+mn-lt"/>
            </a:endParaRPr>
          </a:p>
          <a:p>
            <a:pPr marL="0" lvl="0" indent="0" algn="l" rtl="0">
              <a:lnSpc>
                <a:spcPct val="100000"/>
              </a:lnSpc>
              <a:spcBef>
                <a:spcPts val="480"/>
              </a:spcBef>
              <a:spcAft>
                <a:spcPts val="0"/>
              </a:spcAft>
              <a:buNone/>
            </a:pPr>
            <a:endParaRPr sz="2200" dirty="0">
              <a:latin typeface="+mn-lt"/>
            </a:endParaRPr>
          </a:p>
          <a:p>
            <a:pPr marL="0" lvl="0" indent="0" algn="l" rtl="0">
              <a:lnSpc>
                <a:spcPct val="100000"/>
              </a:lnSpc>
              <a:spcBef>
                <a:spcPts val="480"/>
              </a:spcBef>
              <a:spcAft>
                <a:spcPts val="0"/>
              </a:spcAft>
              <a:buNone/>
            </a:pPr>
            <a:endParaRPr sz="2200" dirty="0">
              <a:latin typeface="+mn-lt"/>
            </a:endParaRPr>
          </a:p>
          <a:p>
            <a:pPr marL="0" lvl="0" indent="0" algn="l" rtl="0">
              <a:lnSpc>
                <a:spcPct val="100000"/>
              </a:lnSpc>
              <a:spcBef>
                <a:spcPts val="480"/>
              </a:spcBef>
              <a:spcAft>
                <a:spcPts val="0"/>
              </a:spcAft>
              <a:buNone/>
            </a:pPr>
            <a:endParaRPr sz="2200" dirty="0">
              <a:latin typeface="+mn-lt"/>
            </a:endParaRPr>
          </a:p>
          <a:p>
            <a:pPr marL="457200" lvl="0" indent="0" algn="l" rtl="0">
              <a:lnSpc>
                <a:spcPct val="100000"/>
              </a:lnSpc>
              <a:spcBef>
                <a:spcPts val="480"/>
              </a:spcBef>
              <a:spcAft>
                <a:spcPts val="0"/>
              </a:spcAft>
              <a:buNone/>
            </a:pPr>
            <a:endParaRPr sz="2200" dirty="0">
              <a:latin typeface="+mn-lt"/>
            </a:endParaRPr>
          </a:p>
        </p:txBody>
      </p:sp>
      <p:pic>
        <p:nvPicPr>
          <p:cNvPr id="3" name="Imagen 2">
            <a:extLst>
              <a:ext uri="{FF2B5EF4-FFF2-40B4-BE49-F238E27FC236}">
                <a16:creationId xmlns:a16="http://schemas.microsoft.com/office/drawing/2014/main" id="{AD3C04E9-55F7-4934-9CD2-1E7333D6DDB5}"/>
              </a:ext>
            </a:extLst>
          </p:cNvPr>
          <p:cNvPicPr>
            <a:picLocks noChangeAspect="1"/>
          </p:cNvPicPr>
          <p:nvPr/>
        </p:nvPicPr>
        <p:blipFill>
          <a:blip r:embed="rId3"/>
          <a:stretch>
            <a:fillRect/>
          </a:stretch>
        </p:blipFill>
        <p:spPr>
          <a:xfrm>
            <a:off x="493487" y="1045538"/>
            <a:ext cx="2933700" cy="5486400"/>
          </a:xfrm>
          <a:prstGeom prst="rect">
            <a:avLst/>
          </a:prstGeom>
        </p:spPr>
      </p:pic>
      <p:sp>
        <p:nvSpPr>
          <p:cNvPr id="7" name="CuadroTexto 6">
            <a:extLst>
              <a:ext uri="{FF2B5EF4-FFF2-40B4-BE49-F238E27FC236}">
                <a16:creationId xmlns:a16="http://schemas.microsoft.com/office/drawing/2014/main" id="{C87ACE74-9F92-4074-ADDE-D43360060B42}"/>
              </a:ext>
            </a:extLst>
          </p:cNvPr>
          <p:cNvSpPr txBox="1"/>
          <p:nvPr/>
        </p:nvSpPr>
        <p:spPr>
          <a:xfrm>
            <a:off x="3571421" y="6468699"/>
            <a:ext cx="8430363" cy="307777"/>
          </a:xfrm>
          <a:prstGeom prst="rect">
            <a:avLst/>
          </a:prstGeom>
          <a:noFill/>
        </p:spPr>
        <p:txBody>
          <a:bodyPr wrap="square" rtlCol="0">
            <a:spAutoFit/>
          </a:bodyPr>
          <a:lstStyle/>
          <a:p>
            <a:r>
              <a:rPr lang="es-CO" sz="1400" b="1" dirty="0">
                <a:solidFill>
                  <a:schemeClr val="accent1"/>
                </a:solidFill>
              </a:rPr>
              <a:t>Tip:</a:t>
            </a:r>
            <a:r>
              <a:rPr lang="es-CO" sz="1400" dirty="0"/>
              <a:t> Revise el video de Core Dumped </a:t>
            </a:r>
            <a:r>
              <a:rPr lang="en-US" sz="1400" dirty="0">
                <a:hlinkClick r:id="rId4"/>
              </a:rPr>
              <a:t>A PROGRAM is not a PROCESS</a:t>
            </a:r>
            <a:r>
              <a:rPr lang="en-US" sz="1400" dirty="0"/>
              <a:t>, para </a:t>
            </a:r>
            <a:r>
              <a:rPr lang="es-CO" sz="1400" dirty="0"/>
              <a:t>profundizar</a:t>
            </a:r>
            <a:r>
              <a:rPr lang="en-US" sz="1400" dirty="0"/>
              <a:t> los </a:t>
            </a:r>
            <a:r>
              <a:rPr lang="en-US" sz="1400" dirty="0" err="1"/>
              <a:t>conceptos</a:t>
            </a:r>
            <a:r>
              <a:rPr lang="en-US" sz="1400" dirty="0"/>
              <a:t> </a:t>
            </a:r>
            <a:r>
              <a:rPr lang="en-US" sz="1400" dirty="0" err="1"/>
              <a:t>mencionados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41"/>
          <p:cNvSpPr txBox="1">
            <a:spLocks noGrp="1"/>
          </p:cNvSpPr>
          <p:nvPr>
            <p:ph type="title"/>
          </p:nvPr>
        </p:nvSpPr>
        <p:spPr>
          <a:xfrm>
            <a:off x="916649" y="96038"/>
            <a:ext cx="10542847"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Espacio de direcciones: Address Space</a:t>
            </a:r>
            <a:endParaRPr dirty="0">
              <a:solidFill>
                <a:schemeClr val="tx1"/>
              </a:solidFill>
            </a:endParaRPr>
          </a:p>
        </p:txBody>
      </p:sp>
      <p:sp>
        <p:nvSpPr>
          <p:cNvPr id="638" name="Google Shape;638;p41"/>
          <p:cNvSpPr txBox="1">
            <a:spLocks noGrp="1"/>
          </p:cNvSpPr>
          <p:nvPr>
            <p:ph type="body" idx="1"/>
          </p:nvPr>
        </p:nvSpPr>
        <p:spPr>
          <a:xfrm>
            <a:off x="4092275" y="1045550"/>
            <a:ext cx="7730400" cy="517779"/>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sz="2400" b="1" dirty="0">
                <a:latin typeface="+mn-lt"/>
              </a:rPr>
              <a:t>Segmentos del espacio de direcciones</a:t>
            </a:r>
            <a:endParaRPr sz="2400" dirty="0">
              <a:latin typeface="+mn-lt"/>
            </a:endParaRPr>
          </a:p>
          <a:p>
            <a:pPr marL="0" lvl="0" indent="0" algn="l" rtl="0">
              <a:lnSpc>
                <a:spcPct val="100000"/>
              </a:lnSpc>
              <a:spcBef>
                <a:spcPts val="480"/>
              </a:spcBef>
              <a:spcAft>
                <a:spcPts val="0"/>
              </a:spcAft>
              <a:buNone/>
            </a:pPr>
            <a:endParaRPr sz="2400" dirty="0"/>
          </a:p>
          <a:p>
            <a:pPr marL="457200" lvl="0" indent="0" algn="l" rtl="0">
              <a:lnSpc>
                <a:spcPct val="100000"/>
              </a:lnSpc>
              <a:spcBef>
                <a:spcPts val="480"/>
              </a:spcBef>
              <a:spcAft>
                <a:spcPts val="0"/>
              </a:spcAft>
              <a:buNone/>
            </a:pPr>
            <a:endParaRPr sz="2400" dirty="0"/>
          </a:p>
          <a:p>
            <a:pPr marL="0" lvl="0" indent="0" algn="l" rtl="0">
              <a:lnSpc>
                <a:spcPct val="100000"/>
              </a:lnSpc>
              <a:spcBef>
                <a:spcPts val="480"/>
              </a:spcBef>
              <a:spcAft>
                <a:spcPts val="0"/>
              </a:spcAft>
              <a:buNone/>
            </a:pPr>
            <a:endParaRPr sz="2400" dirty="0"/>
          </a:p>
          <a:p>
            <a:pPr marL="0" lvl="0" indent="0" algn="l" rtl="0">
              <a:lnSpc>
                <a:spcPct val="100000"/>
              </a:lnSpc>
              <a:spcBef>
                <a:spcPts val="480"/>
              </a:spcBef>
              <a:spcAft>
                <a:spcPts val="0"/>
              </a:spcAft>
              <a:buNone/>
            </a:pPr>
            <a:endParaRPr sz="2400" dirty="0"/>
          </a:p>
          <a:p>
            <a:pPr marL="0" lvl="0" indent="0" algn="l" rtl="0">
              <a:lnSpc>
                <a:spcPct val="100000"/>
              </a:lnSpc>
              <a:spcBef>
                <a:spcPts val="480"/>
              </a:spcBef>
              <a:spcAft>
                <a:spcPts val="0"/>
              </a:spcAft>
              <a:buNone/>
            </a:pPr>
            <a:endParaRPr sz="2400" dirty="0"/>
          </a:p>
          <a:p>
            <a:pPr marL="0" lvl="0" indent="0" algn="l" rtl="0">
              <a:lnSpc>
                <a:spcPct val="100000"/>
              </a:lnSpc>
              <a:spcBef>
                <a:spcPts val="480"/>
              </a:spcBef>
              <a:spcAft>
                <a:spcPts val="0"/>
              </a:spcAft>
              <a:buNone/>
            </a:pPr>
            <a:endParaRPr sz="2400" dirty="0"/>
          </a:p>
          <a:p>
            <a:pPr marL="457200" lvl="0" indent="0" algn="l" rtl="0">
              <a:lnSpc>
                <a:spcPct val="100000"/>
              </a:lnSpc>
              <a:spcBef>
                <a:spcPts val="480"/>
              </a:spcBef>
              <a:spcAft>
                <a:spcPts val="0"/>
              </a:spcAft>
              <a:buNone/>
            </a:pPr>
            <a:endParaRPr sz="2400" dirty="0"/>
          </a:p>
          <a:p>
            <a:pPr marL="457200" lvl="0" indent="0" algn="l" rtl="0">
              <a:lnSpc>
                <a:spcPct val="100000"/>
              </a:lnSpc>
              <a:spcBef>
                <a:spcPts val="480"/>
              </a:spcBef>
              <a:spcAft>
                <a:spcPts val="0"/>
              </a:spcAft>
              <a:buNone/>
            </a:pPr>
            <a:endParaRPr sz="2400" dirty="0"/>
          </a:p>
          <a:p>
            <a:pPr marL="457200" lvl="0" indent="0" algn="l" rtl="0">
              <a:lnSpc>
                <a:spcPct val="100000"/>
              </a:lnSpc>
              <a:spcBef>
                <a:spcPts val="480"/>
              </a:spcBef>
              <a:spcAft>
                <a:spcPts val="0"/>
              </a:spcAft>
              <a:buNone/>
            </a:pPr>
            <a:endParaRPr sz="2400" dirty="0"/>
          </a:p>
          <a:p>
            <a:pPr marL="457200" lvl="0" indent="0" algn="l" rtl="0">
              <a:lnSpc>
                <a:spcPct val="100000"/>
              </a:lnSpc>
              <a:spcBef>
                <a:spcPts val="480"/>
              </a:spcBef>
              <a:spcAft>
                <a:spcPts val="0"/>
              </a:spcAft>
              <a:buNone/>
            </a:pPr>
            <a:endParaRPr sz="2400" dirty="0"/>
          </a:p>
          <a:p>
            <a:pPr marL="457200" lvl="0" indent="0" algn="l" rtl="0">
              <a:lnSpc>
                <a:spcPct val="100000"/>
              </a:lnSpc>
              <a:spcBef>
                <a:spcPts val="480"/>
              </a:spcBef>
              <a:spcAft>
                <a:spcPts val="0"/>
              </a:spcAft>
              <a:buNone/>
            </a:pPr>
            <a:endParaRPr sz="2400" dirty="0"/>
          </a:p>
          <a:p>
            <a:pPr marL="457200" lvl="0" indent="0" algn="l" rtl="0">
              <a:lnSpc>
                <a:spcPct val="100000"/>
              </a:lnSpc>
              <a:spcBef>
                <a:spcPts val="480"/>
              </a:spcBef>
              <a:spcAft>
                <a:spcPts val="0"/>
              </a:spcAft>
              <a:buNone/>
            </a:pPr>
            <a:endParaRPr sz="2400" dirty="0"/>
          </a:p>
          <a:p>
            <a:pPr marL="457200" lvl="0" indent="0" algn="l" rtl="0">
              <a:lnSpc>
                <a:spcPct val="100000"/>
              </a:lnSpc>
              <a:spcBef>
                <a:spcPts val="480"/>
              </a:spcBef>
              <a:spcAft>
                <a:spcPts val="0"/>
              </a:spcAft>
              <a:buNone/>
            </a:pPr>
            <a:endParaRPr sz="2400" dirty="0"/>
          </a:p>
          <a:p>
            <a:pPr marL="457200" lvl="0" indent="0" algn="l" rtl="0">
              <a:lnSpc>
                <a:spcPct val="100000"/>
              </a:lnSpc>
              <a:spcBef>
                <a:spcPts val="480"/>
              </a:spcBef>
              <a:spcAft>
                <a:spcPts val="0"/>
              </a:spcAft>
              <a:buNone/>
            </a:pPr>
            <a:endParaRPr sz="2400" dirty="0"/>
          </a:p>
          <a:p>
            <a:pPr marL="457200" lvl="0" indent="0" algn="l" rtl="0">
              <a:lnSpc>
                <a:spcPct val="100000"/>
              </a:lnSpc>
              <a:spcBef>
                <a:spcPts val="480"/>
              </a:spcBef>
              <a:spcAft>
                <a:spcPts val="0"/>
              </a:spcAft>
              <a:buNone/>
            </a:pPr>
            <a:endParaRPr sz="2400" dirty="0"/>
          </a:p>
          <a:p>
            <a:pPr marL="0" lvl="0" indent="0" algn="l" rtl="0">
              <a:lnSpc>
                <a:spcPct val="100000"/>
              </a:lnSpc>
              <a:spcBef>
                <a:spcPts val="480"/>
              </a:spcBef>
              <a:spcAft>
                <a:spcPts val="0"/>
              </a:spcAft>
              <a:buNone/>
            </a:pPr>
            <a:endParaRPr sz="2400" dirty="0"/>
          </a:p>
          <a:p>
            <a:pPr marL="0" lvl="0" indent="0" algn="l" rtl="0">
              <a:lnSpc>
                <a:spcPct val="100000"/>
              </a:lnSpc>
              <a:spcBef>
                <a:spcPts val="480"/>
              </a:spcBef>
              <a:spcAft>
                <a:spcPts val="0"/>
              </a:spcAft>
              <a:buNone/>
            </a:pPr>
            <a:endParaRPr sz="2400" dirty="0"/>
          </a:p>
          <a:p>
            <a:pPr marL="0" lvl="0" indent="0" algn="l" rtl="0">
              <a:lnSpc>
                <a:spcPct val="100000"/>
              </a:lnSpc>
              <a:spcBef>
                <a:spcPts val="480"/>
              </a:spcBef>
              <a:spcAft>
                <a:spcPts val="0"/>
              </a:spcAft>
              <a:buNone/>
            </a:pPr>
            <a:endParaRPr sz="2400" dirty="0"/>
          </a:p>
          <a:p>
            <a:pPr marL="457200" lvl="0" indent="0" algn="l" rtl="0">
              <a:lnSpc>
                <a:spcPct val="100000"/>
              </a:lnSpc>
              <a:spcBef>
                <a:spcPts val="480"/>
              </a:spcBef>
              <a:spcAft>
                <a:spcPts val="0"/>
              </a:spcAft>
              <a:buNone/>
            </a:pPr>
            <a:endParaRPr dirty="0"/>
          </a:p>
        </p:txBody>
      </p:sp>
      <p:graphicFrame>
        <p:nvGraphicFramePr>
          <p:cNvPr id="640" name="Google Shape;640;p41"/>
          <p:cNvGraphicFramePr/>
          <p:nvPr>
            <p:extLst>
              <p:ext uri="{D42A27DB-BD31-4B8C-83A1-F6EECF244321}">
                <p14:modId xmlns:p14="http://schemas.microsoft.com/office/powerpoint/2010/main" val="2793944785"/>
              </p:ext>
            </p:extLst>
          </p:nvPr>
        </p:nvGraphicFramePr>
        <p:xfrm>
          <a:off x="4531240" y="1916455"/>
          <a:ext cx="6620239" cy="3809880"/>
        </p:xfrm>
        <a:graphic>
          <a:graphicData uri="http://schemas.openxmlformats.org/drawingml/2006/table">
            <a:tbl>
              <a:tblPr>
                <a:noFill/>
                <a:tableStyleId>{A3A52A41-BABC-4418-8BB8-58FADEB799A8}</a:tableStyleId>
              </a:tblPr>
              <a:tblGrid>
                <a:gridCol w="1856964">
                  <a:extLst>
                    <a:ext uri="{9D8B030D-6E8A-4147-A177-3AD203B41FA5}">
                      <a16:colId xmlns:a16="http://schemas.microsoft.com/office/drawing/2014/main" val="20000"/>
                    </a:ext>
                  </a:extLst>
                </a:gridCol>
                <a:gridCol w="4763275">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es-MX" sz="2200" b="1" dirty="0">
                          <a:solidFill>
                            <a:schemeClr val="tx1"/>
                          </a:solidFill>
                          <a:latin typeface="+mn-lt"/>
                          <a:ea typeface="Roboto"/>
                          <a:cs typeface="Roboto"/>
                          <a:sym typeface="Roboto"/>
                        </a:rPr>
                        <a:t>Segmento</a:t>
                      </a:r>
                      <a:endParaRPr sz="2200" b="1" dirty="0">
                        <a:solidFill>
                          <a:schemeClr val="tx1"/>
                        </a:solidFill>
                        <a:latin typeface="+mn-lt"/>
                        <a:ea typeface="Roboto"/>
                        <a:cs typeface="Roboto"/>
                        <a:sym typeface="Roboto"/>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2"/>
                    </a:solidFill>
                  </a:tcPr>
                </a:tc>
                <a:tc>
                  <a:txBody>
                    <a:bodyPr/>
                    <a:lstStyle/>
                    <a:p>
                      <a:pPr marL="101600" lvl="0" indent="0" algn="l" rtl="0">
                        <a:spcBef>
                          <a:spcPts val="0"/>
                        </a:spcBef>
                        <a:spcAft>
                          <a:spcPts val="0"/>
                        </a:spcAft>
                        <a:buSzPts val="2000"/>
                        <a:buFont typeface="Roboto"/>
                        <a:buNone/>
                      </a:pPr>
                      <a:r>
                        <a:rPr lang="es-MX" sz="2200" b="1" dirty="0">
                          <a:solidFill>
                            <a:schemeClr val="tx1"/>
                          </a:solidFill>
                          <a:latin typeface="+mn-lt"/>
                          <a:ea typeface="Roboto"/>
                          <a:cs typeface="Roboto"/>
                          <a:sym typeface="Roboto"/>
                        </a:rPr>
                        <a:t>Observaciones</a:t>
                      </a:r>
                      <a:endParaRPr sz="2200" b="1" dirty="0">
                        <a:solidFill>
                          <a:schemeClr val="tx1"/>
                        </a:solidFill>
                        <a:latin typeface="+mn-lt"/>
                        <a:ea typeface="Roboto"/>
                        <a:cs typeface="Roboto"/>
                        <a:sym typeface="Roboto"/>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2"/>
                    </a:solidFill>
                  </a:tcPr>
                </a:tc>
                <a:extLst>
                  <a:ext uri="{0D108BD9-81ED-4DB2-BD59-A6C34878D82A}">
                    <a16:rowId xmlns:a16="http://schemas.microsoft.com/office/drawing/2014/main" val="465272112"/>
                  </a:ext>
                </a:extLst>
              </a:tr>
              <a:tr h="381000">
                <a:tc>
                  <a:txBody>
                    <a:bodyPr/>
                    <a:lstStyle/>
                    <a:p>
                      <a:pPr marL="0" lvl="0" indent="0" algn="ctr" rtl="0">
                        <a:spcBef>
                          <a:spcPts val="0"/>
                        </a:spcBef>
                        <a:spcAft>
                          <a:spcPts val="0"/>
                        </a:spcAft>
                        <a:buNone/>
                      </a:pPr>
                      <a:r>
                        <a:rPr lang="es-ES" sz="2000" b="0" dirty="0">
                          <a:solidFill>
                            <a:schemeClr val="tx1"/>
                          </a:solidFill>
                          <a:latin typeface="+mn-lt"/>
                          <a:ea typeface="Roboto"/>
                          <a:cs typeface="Roboto"/>
                          <a:sym typeface="Roboto"/>
                        </a:rPr>
                        <a:t>Program Code</a:t>
                      </a:r>
                      <a:endParaRPr sz="2000" b="0" dirty="0">
                        <a:solidFill>
                          <a:schemeClr val="tx1"/>
                        </a:solidFill>
                        <a:latin typeface="+mn-lt"/>
                        <a:ea typeface="Roboto"/>
                        <a:cs typeface="Roboto"/>
                        <a:sym typeface="Robot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tc>
                  <a:txBody>
                    <a:bodyPr/>
                    <a:lstStyle/>
                    <a:p>
                      <a:pPr marL="457200" lvl="0" indent="-355600" algn="l" rtl="0">
                        <a:spcBef>
                          <a:spcPts val="0"/>
                        </a:spcBef>
                        <a:spcAft>
                          <a:spcPts val="0"/>
                        </a:spcAft>
                        <a:buSzPts val="2000"/>
                        <a:buFont typeface="Roboto"/>
                        <a:buChar char="●"/>
                      </a:pPr>
                      <a:r>
                        <a:rPr lang="es-ES" sz="2000" dirty="0">
                          <a:latin typeface="+mn-lt"/>
                          <a:ea typeface="Roboto"/>
                          <a:cs typeface="Roboto"/>
                          <a:sym typeface="Roboto"/>
                        </a:rPr>
                        <a:t>Instrucciones </a:t>
                      </a:r>
                      <a:endParaRPr sz="2000" dirty="0">
                        <a:latin typeface="+mn-lt"/>
                        <a:ea typeface="Roboto"/>
                        <a:cs typeface="Roboto"/>
                        <a:sym typeface="Roboto"/>
                      </a:endParaRPr>
                    </a:p>
                    <a:p>
                      <a:pPr marL="457200" lvl="0" indent="-355600" algn="l" rtl="0">
                        <a:spcBef>
                          <a:spcPts val="0"/>
                        </a:spcBef>
                        <a:spcAft>
                          <a:spcPts val="0"/>
                        </a:spcAft>
                        <a:buSzPts val="2000"/>
                        <a:buFont typeface="Roboto"/>
                        <a:buChar char="●"/>
                      </a:pPr>
                      <a:r>
                        <a:rPr lang="es-ES" sz="2000" dirty="0">
                          <a:latin typeface="+mn-lt"/>
                          <a:ea typeface="Roboto"/>
                          <a:cs typeface="Roboto"/>
                          <a:sym typeface="Roboto"/>
                        </a:rPr>
                        <a:t>Variables globales</a:t>
                      </a:r>
                      <a:endParaRPr sz="2000" dirty="0">
                        <a:latin typeface="+mn-lt"/>
                        <a:ea typeface="Roboto"/>
                        <a:cs typeface="Roboto"/>
                        <a:sym typeface="Robot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s-ES" sz="2000" b="0" dirty="0">
                          <a:solidFill>
                            <a:schemeClr val="tx1"/>
                          </a:solidFill>
                          <a:latin typeface="+mn-lt"/>
                          <a:ea typeface="Roboto"/>
                          <a:cs typeface="Roboto"/>
                          <a:sym typeface="Roboto"/>
                        </a:rPr>
                        <a:t>Heap</a:t>
                      </a:r>
                      <a:endParaRPr sz="2000" b="0" dirty="0">
                        <a:solidFill>
                          <a:schemeClr val="tx1"/>
                        </a:solidFill>
                        <a:latin typeface="+mn-lt"/>
                        <a:ea typeface="Roboto"/>
                        <a:cs typeface="Roboto"/>
                        <a:sym typeface="Robot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tc>
                  <a:txBody>
                    <a:bodyPr/>
                    <a:lstStyle/>
                    <a:p>
                      <a:pPr marL="457200" lvl="0" indent="-355600" algn="l" rtl="0">
                        <a:spcBef>
                          <a:spcPts val="0"/>
                        </a:spcBef>
                        <a:spcAft>
                          <a:spcPts val="0"/>
                        </a:spcAft>
                        <a:buSzPts val="2000"/>
                        <a:buFont typeface="Roboto"/>
                        <a:buChar char="●"/>
                      </a:pPr>
                      <a:r>
                        <a:rPr lang="es-ES" sz="2000" dirty="0">
                          <a:latin typeface="+mn-lt"/>
                          <a:ea typeface="Roboto"/>
                          <a:cs typeface="Roboto"/>
                          <a:sym typeface="Roboto"/>
                        </a:rPr>
                        <a:t>Memoria </a:t>
                      </a:r>
                      <a:r>
                        <a:rPr lang="es-ES" sz="2000" b="1" dirty="0">
                          <a:solidFill>
                            <a:schemeClr val="tx1"/>
                          </a:solidFill>
                          <a:latin typeface="+mn-lt"/>
                          <a:ea typeface="Roboto"/>
                          <a:cs typeface="Roboto"/>
                          <a:sym typeface="Roboto"/>
                        </a:rPr>
                        <a:t>asignada dinámicamente</a:t>
                      </a:r>
                      <a:endParaRPr sz="2000" b="1" dirty="0">
                        <a:solidFill>
                          <a:schemeClr val="tx1"/>
                        </a:solidFill>
                        <a:latin typeface="+mn-lt"/>
                        <a:ea typeface="Roboto"/>
                        <a:cs typeface="Roboto"/>
                        <a:sym typeface="Roboto"/>
                      </a:endParaRPr>
                    </a:p>
                    <a:p>
                      <a:pPr marL="914400" lvl="1" indent="-355600" algn="l" rtl="0">
                        <a:spcBef>
                          <a:spcPts val="0"/>
                        </a:spcBef>
                        <a:spcAft>
                          <a:spcPts val="0"/>
                        </a:spcAft>
                        <a:buSzPts val="2000"/>
                        <a:buFont typeface="Roboto"/>
                        <a:buChar char="○"/>
                      </a:pPr>
                      <a:r>
                        <a:rPr lang="es-ES" sz="2000" dirty="0">
                          <a:latin typeface="+mn-lt"/>
                          <a:ea typeface="Courier New"/>
                          <a:cs typeface="Courier New"/>
                          <a:sym typeface="Courier New"/>
                        </a:rPr>
                        <a:t>malloc</a:t>
                      </a:r>
                      <a:r>
                        <a:rPr lang="es-ES" sz="2000" dirty="0">
                          <a:latin typeface="+mn-lt"/>
                          <a:ea typeface="Roboto"/>
                          <a:cs typeface="Roboto"/>
                          <a:sym typeface="Roboto"/>
                        </a:rPr>
                        <a:t> en C</a:t>
                      </a:r>
                      <a:endParaRPr sz="2000" dirty="0">
                        <a:latin typeface="+mn-lt"/>
                        <a:ea typeface="Roboto"/>
                        <a:cs typeface="Roboto"/>
                        <a:sym typeface="Roboto"/>
                      </a:endParaRPr>
                    </a:p>
                    <a:p>
                      <a:pPr marL="914400" lvl="1" indent="-355600" algn="l" rtl="0">
                        <a:spcBef>
                          <a:spcPts val="0"/>
                        </a:spcBef>
                        <a:spcAft>
                          <a:spcPts val="0"/>
                        </a:spcAft>
                        <a:buSzPts val="2000"/>
                        <a:buFont typeface="Roboto"/>
                        <a:buChar char="○"/>
                      </a:pPr>
                      <a:r>
                        <a:rPr lang="es-ES" sz="2000" dirty="0">
                          <a:latin typeface="+mn-lt"/>
                          <a:ea typeface="Courier New"/>
                          <a:cs typeface="Courier New"/>
                          <a:sym typeface="Courier New"/>
                        </a:rPr>
                        <a:t>new</a:t>
                      </a:r>
                      <a:r>
                        <a:rPr lang="es-ES" sz="2000" dirty="0">
                          <a:latin typeface="+mn-lt"/>
                          <a:ea typeface="Roboto"/>
                          <a:cs typeface="Roboto"/>
                          <a:sym typeface="Roboto"/>
                        </a:rPr>
                        <a:t> en Java o C++</a:t>
                      </a:r>
                      <a:endParaRPr sz="2000" dirty="0">
                        <a:latin typeface="+mn-lt"/>
                        <a:ea typeface="Roboto"/>
                        <a:cs typeface="Roboto"/>
                        <a:sym typeface="Robot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s-ES" sz="2000" b="0" dirty="0">
                          <a:solidFill>
                            <a:schemeClr val="tx1"/>
                          </a:solidFill>
                          <a:latin typeface="+mn-lt"/>
                          <a:ea typeface="Roboto"/>
                          <a:cs typeface="Roboto"/>
                          <a:sym typeface="Roboto"/>
                        </a:rPr>
                        <a:t>Stack</a:t>
                      </a:r>
                      <a:endParaRPr sz="2000" b="0" dirty="0">
                        <a:solidFill>
                          <a:schemeClr val="tx1"/>
                        </a:solidFill>
                        <a:latin typeface="+mn-lt"/>
                        <a:ea typeface="Roboto"/>
                        <a:cs typeface="Roboto"/>
                        <a:sym typeface="Robot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tc>
                  <a:txBody>
                    <a:bodyPr/>
                    <a:lstStyle/>
                    <a:p>
                      <a:pPr marL="457200" lvl="0" indent="-355600" algn="l" rtl="0">
                        <a:spcBef>
                          <a:spcPts val="0"/>
                        </a:spcBef>
                        <a:spcAft>
                          <a:spcPts val="0"/>
                        </a:spcAft>
                        <a:buSzPts val="2000"/>
                        <a:buFont typeface="Roboto"/>
                        <a:buChar char="●"/>
                      </a:pPr>
                      <a:r>
                        <a:rPr lang="es-ES" sz="2000" dirty="0">
                          <a:latin typeface="+mn-lt"/>
                          <a:ea typeface="Roboto"/>
                          <a:cs typeface="Roboto"/>
                          <a:sym typeface="Roboto"/>
                        </a:rPr>
                        <a:t>Memoria </a:t>
                      </a:r>
                      <a:r>
                        <a:rPr lang="es-ES" sz="2000" b="1" dirty="0">
                          <a:solidFill>
                            <a:schemeClr val="tx1"/>
                          </a:solidFill>
                          <a:latin typeface="+mn-lt"/>
                          <a:ea typeface="Roboto"/>
                          <a:cs typeface="Roboto"/>
                          <a:sym typeface="Roboto"/>
                        </a:rPr>
                        <a:t>automática</a:t>
                      </a:r>
                      <a:endParaRPr sz="2000" b="1" dirty="0">
                        <a:solidFill>
                          <a:schemeClr val="tx1"/>
                        </a:solidFill>
                        <a:latin typeface="+mn-lt"/>
                        <a:ea typeface="Roboto"/>
                        <a:cs typeface="Roboto"/>
                        <a:sym typeface="Roboto"/>
                      </a:endParaRPr>
                    </a:p>
                    <a:p>
                      <a:pPr marL="457200" lvl="0" indent="-355600" algn="l" rtl="0">
                        <a:spcBef>
                          <a:spcPts val="0"/>
                        </a:spcBef>
                        <a:spcAft>
                          <a:spcPts val="0"/>
                        </a:spcAft>
                        <a:buSzPts val="2000"/>
                        <a:buFont typeface="Roboto"/>
                        <a:buChar char="●"/>
                      </a:pPr>
                      <a:r>
                        <a:rPr lang="es-ES" sz="2000" dirty="0">
                          <a:latin typeface="+mn-lt"/>
                          <a:ea typeface="Roboto"/>
                          <a:cs typeface="Roboto"/>
                          <a:sym typeface="Roboto"/>
                        </a:rPr>
                        <a:t>Direcciones y valores de retorno</a:t>
                      </a:r>
                      <a:endParaRPr sz="2000" dirty="0">
                        <a:latin typeface="+mn-lt"/>
                        <a:ea typeface="Roboto"/>
                        <a:cs typeface="Roboto"/>
                        <a:sym typeface="Roboto"/>
                      </a:endParaRPr>
                    </a:p>
                    <a:p>
                      <a:pPr marL="457200" lvl="0" indent="-355600" algn="l" rtl="0">
                        <a:spcBef>
                          <a:spcPts val="0"/>
                        </a:spcBef>
                        <a:spcAft>
                          <a:spcPts val="0"/>
                        </a:spcAft>
                        <a:buSzPts val="2000"/>
                        <a:buFont typeface="Roboto"/>
                        <a:buChar char="●"/>
                      </a:pPr>
                      <a:r>
                        <a:rPr lang="es-ES" sz="2000" dirty="0">
                          <a:latin typeface="+mn-lt"/>
                          <a:ea typeface="Roboto"/>
                          <a:cs typeface="Roboto"/>
                          <a:sym typeface="Roboto"/>
                        </a:rPr>
                        <a:t>Variables locales y argumentos pasados a rutinas</a:t>
                      </a:r>
                      <a:endParaRPr sz="2000" dirty="0">
                        <a:latin typeface="+mn-lt"/>
                        <a:ea typeface="Roboto"/>
                        <a:cs typeface="Roboto"/>
                        <a:sym typeface="Robot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3" name="Imagen 2">
            <a:extLst>
              <a:ext uri="{FF2B5EF4-FFF2-40B4-BE49-F238E27FC236}">
                <a16:creationId xmlns:a16="http://schemas.microsoft.com/office/drawing/2014/main" id="{AE38E30D-ED3F-401B-AAC7-0C627C18F98F}"/>
              </a:ext>
            </a:extLst>
          </p:cNvPr>
          <p:cNvPicPr>
            <a:picLocks noChangeAspect="1"/>
          </p:cNvPicPr>
          <p:nvPr/>
        </p:nvPicPr>
        <p:blipFill>
          <a:blip r:embed="rId3"/>
          <a:stretch>
            <a:fillRect/>
          </a:stretch>
        </p:blipFill>
        <p:spPr>
          <a:xfrm>
            <a:off x="789200" y="1078195"/>
            <a:ext cx="2933700" cy="54864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42"/>
          <p:cNvSpPr txBox="1">
            <a:spLocks noGrp="1"/>
          </p:cNvSpPr>
          <p:nvPr>
            <p:ph type="title"/>
          </p:nvPr>
        </p:nvSpPr>
        <p:spPr>
          <a:xfrm>
            <a:off x="916649" y="96038"/>
            <a:ext cx="10159389"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Espacio de direcciones: Address Space</a:t>
            </a:r>
            <a:endParaRPr dirty="0">
              <a:solidFill>
                <a:schemeClr val="tx1"/>
              </a:solidFill>
            </a:endParaRPr>
          </a:p>
        </p:txBody>
      </p:sp>
      <p:sp>
        <p:nvSpPr>
          <p:cNvPr id="646" name="Google Shape;646;p42"/>
          <p:cNvSpPr txBox="1">
            <a:spLocks noGrp="1"/>
          </p:cNvSpPr>
          <p:nvPr>
            <p:ph type="body" idx="1"/>
          </p:nvPr>
        </p:nvSpPr>
        <p:spPr>
          <a:xfrm>
            <a:off x="557174" y="969029"/>
            <a:ext cx="8114877" cy="859551"/>
          </a:xfrm>
          <a:prstGeom prst="rect">
            <a:avLst/>
          </a:prstGeom>
        </p:spPr>
        <p:txBody>
          <a:bodyPr spcFirstLastPara="1" wrap="square" lIns="91425" tIns="45700" rIns="91425" bIns="45700" anchor="t" anchorCtr="0">
            <a:noAutofit/>
          </a:bodyPr>
          <a:lstStyle/>
          <a:p>
            <a:pPr marL="457200" lvl="0" indent="-368300" algn="l" rtl="0">
              <a:lnSpc>
                <a:spcPct val="100000"/>
              </a:lnSpc>
              <a:spcBef>
                <a:spcPts val="480"/>
              </a:spcBef>
              <a:spcAft>
                <a:spcPts val="0"/>
              </a:spcAft>
              <a:buSzPts val="2200"/>
              <a:buChar char="●"/>
            </a:pPr>
            <a:r>
              <a:rPr lang="es-ES" sz="2200" dirty="0">
                <a:latin typeface="+mn-lt"/>
              </a:rPr>
              <a:t>Todas las direcciones creadas por un programa son virtuales!</a:t>
            </a:r>
            <a:endParaRPr sz="2200" dirty="0">
              <a:latin typeface="+mn-lt"/>
            </a:endParaRPr>
          </a:p>
          <a:p>
            <a:pPr marL="457200" lvl="0" indent="-368300" algn="l" rtl="0">
              <a:lnSpc>
                <a:spcPct val="100000"/>
              </a:lnSpc>
              <a:spcBef>
                <a:spcPts val="0"/>
              </a:spcBef>
              <a:spcAft>
                <a:spcPts val="0"/>
              </a:spcAft>
              <a:buSzPts val="2200"/>
              <a:buChar char="●"/>
            </a:pPr>
            <a:r>
              <a:rPr lang="es-ES" sz="2200" dirty="0">
                <a:latin typeface="+mn-lt"/>
              </a:rPr>
              <a:t>El SO traduce las direcciones </a:t>
            </a:r>
            <a:r>
              <a:rPr lang="es-ES" sz="2200" b="1" dirty="0">
                <a:solidFill>
                  <a:srgbClr val="FF0000"/>
                </a:solidFill>
                <a:latin typeface="+mn-lt"/>
              </a:rPr>
              <a:t>virtuales</a:t>
            </a:r>
            <a:r>
              <a:rPr lang="es-ES" sz="2200" dirty="0">
                <a:latin typeface="+mn-lt"/>
              </a:rPr>
              <a:t> a direcciones </a:t>
            </a:r>
            <a:r>
              <a:rPr lang="es-ES" sz="2200" b="1" dirty="0">
                <a:solidFill>
                  <a:schemeClr val="accent5"/>
                </a:solidFill>
                <a:latin typeface="+mn-lt"/>
              </a:rPr>
              <a:t>físicas</a:t>
            </a:r>
            <a:r>
              <a:rPr lang="es-ES" sz="2200" dirty="0">
                <a:latin typeface="+mn-lt"/>
              </a:rPr>
              <a:t>.</a:t>
            </a:r>
            <a:endParaRPr sz="2200" dirty="0">
              <a:latin typeface="+mn-lt"/>
            </a:endParaRPr>
          </a:p>
          <a:p>
            <a:pPr marL="0" lvl="0" indent="0" algn="l" rtl="0">
              <a:lnSpc>
                <a:spcPct val="100000"/>
              </a:lnSpc>
              <a:spcBef>
                <a:spcPts val="480"/>
              </a:spcBef>
              <a:spcAft>
                <a:spcPts val="0"/>
              </a:spcAft>
              <a:buNone/>
            </a:pPr>
            <a:endParaRPr sz="2200" dirty="0">
              <a:latin typeface="+mn-lt"/>
            </a:endParaRPr>
          </a:p>
          <a:p>
            <a:pPr marL="457200" lvl="0" indent="0" algn="l" rtl="0">
              <a:lnSpc>
                <a:spcPct val="100000"/>
              </a:lnSpc>
              <a:spcBef>
                <a:spcPts val="480"/>
              </a:spcBef>
              <a:spcAft>
                <a:spcPts val="0"/>
              </a:spcAft>
              <a:buNone/>
            </a:pPr>
            <a:endParaRPr sz="2200" dirty="0">
              <a:latin typeface="+mn-lt"/>
            </a:endParaRPr>
          </a:p>
        </p:txBody>
      </p:sp>
      <p:sp>
        <p:nvSpPr>
          <p:cNvPr id="647" name="Google Shape;647;p42"/>
          <p:cNvSpPr txBox="1"/>
          <p:nvPr/>
        </p:nvSpPr>
        <p:spPr>
          <a:xfrm>
            <a:off x="1109912" y="1932242"/>
            <a:ext cx="7318563" cy="2623393"/>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ES" sz="1600" dirty="0">
                <a:solidFill>
                  <a:srgbClr val="24292E"/>
                </a:solidFill>
                <a:highlight>
                  <a:srgbClr val="FFFFFF"/>
                </a:highlight>
                <a:latin typeface="Consolas" panose="020B0609020204030204" pitchFamily="49" charset="0"/>
                <a:ea typeface="Courier New"/>
                <a:cs typeface="Courier New"/>
                <a:sym typeface="Courier New"/>
              </a:rPr>
              <a:t>#</a:t>
            </a:r>
            <a:r>
              <a:rPr lang="es-ES" sz="1600" dirty="0">
                <a:solidFill>
                  <a:srgbClr val="D73A49"/>
                </a:solidFill>
                <a:highlight>
                  <a:srgbClr val="FFFFFF"/>
                </a:highlight>
                <a:latin typeface="Consolas" panose="020B0609020204030204" pitchFamily="49" charset="0"/>
                <a:ea typeface="Courier New"/>
                <a:cs typeface="Courier New"/>
                <a:sym typeface="Courier New"/>
              </a:rPr>
              <a:t>include</a:t>
            </a:r>
            <a:r>
              <a:rPr lang="es-ES" sz="1600" dirty="0">
                <a:solidFill>
                  <a:srgbClr val="24292E"/>
                </a:solidFill>
                <a:highlight>
                  <a:srgbClr val="FFFFFF"/>
                </a:highlight>
                <a:latin typeface="Consolas" panose="020B0609020204030204" pitchFamily="49" charset="0"/>
                <a:ea typeface="Courier New"/>
                <a:cs typeface="Courier New"/>
                <a:sym typeface="Courier New"/>
              </a:rPr>
              <a:t> </a:t>
            </a:r>
            <a:r>
              <a:rPr lang="es-ES" sz="1600" dirty="0">
                <a:solidFill>
                  <a:srgbClr val="032F62"/>
                </a:solidFill>
                <a:highlight>
                  <a:srgbClr val="FFFFFF"/>
                </a:highlight>
                <a:latin typeface="Consolas" panose="020B0609020204030204" pitchFamily="49" charset="0"/>
                <a:ea typeface="Courier New"/>
                <a:cs typeface="Courier New"/>
                <a:sym typeface="Courier New"/>
              </a:rPr>
              <a:t>&lt;</a:t>
            </a:r>
            <a:r>
              <a:rPr lang="es-ES" sz="1600" dirty="0" err="1">
                <a:solidFill>
                  <a:srgbClr val="032F62"/>
                </a:solidFill>
                <a:highlight>
                  <a:srgbClr val="FFFFFF"/>
                </a:highlight>
                <a:latin typeface="Consolas" panose="020B0609020204030204" pitchFamily="49" charset="0"/>
                <a:ea typeface="Courier New"/>
                <a:cs typeface="Courier New"/>
                <a:sym typeface="Courier New"/>
              </a:rPr>
              <a:t>stdio.h</a:t>
            </a:r>
            <a:r>
              <a:rPr lang="es-ES" sz="1600" dirty="0">
                <a:solidFill>
                  <a:srgbClr val="032F62"/>
                </a:solidFill>
                <a:highlight>
                  <a:srgbClr val="FFFFFF"/>
                </a:highlight>
                <a:latin typeface="Consolas" panose="020B0609020204030204" pitchFamily="49" charset="0"/>
                <a:ea typeface="Courier New"/>
                <a:cs typeface="Courier New"/>
                <a:sym typeface="Courier New"/>
              </a:rPr>
              <a:t>&gt;</a:t>
            </a:r>
            <a:endParaRPr sz="1600" dirty="0">
              <a:solidFill>
                <a:srgbClr val="032F62"/>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600" dirty="0">
                <a:solidFill>
                  <a:srgbClr val="24292E"/>
                </a:solidFill>
                <a:highlight>
                  <a:srgbClr val="FFFFFF"/>
                </a:highlight>
                <a:latin typeface="Consolas" panose="020B0609020204030204" pitchFamily="49" charset="0"/>
                <a:ea typeface="Courier New"/>
                <a:cs typeface="Courier New"/>
                <a:sym typeface="Courier New"/>
              </a:rPr>
              <a:t>#</a:t>
            </a:r>
            <a:r>
              <a:rPr lang="es-ES" sz="1600" dirty="0">
                <a:solidFill>
                  <a:srgbClr val="D73A49"/>
                </a:solidFill>
                <a:highlight>
                  <a:srgbClr val="FFFFFF"/>
                </a:highlight>
                <a:latin typeface="Consolas" panose="020B0609020204030204" pitchFamily="49" charset="0"/>
                <a:ea typeface="Courier New"/>
                <a:cs typeface="Courier New"/>
                <a:sym typeface="Courier New"/>
              </a:rPr>
              <a:t>include</a:t>
            </a:r>
            <a:r>
              <a:rPr lang="es-ES" sz="1600" dirty="0">
                <a:solidFill>
                  <a:srgbClr val="24292E"/>
                </a:solidFill>
                <a:highlight>
                  <a:srgbClr val="FFFFFF"/>
                </a:highlight>
                <a:latin typeface="Consolas" panose="020B0609020204030204" pitchFamily="49" charset="0"/>
                <a:ea typeface="Courier New"/>
                <a:cs typeface="Courier New"/>
                <a:sym typeface="Courier New"/>
              </a:rPr>
              <a:t> </a:t>
            </a:r>
            <a:r>
              <a:rPr lang="es-ES" sz="1600" dirty="0">
                <a:solidFill>
                  <a:srgbClr val="032F62"/>
                </a:solidFill>
                <a:highlight>
                  <a:srgbClr val="FFFFFF"/>
                </a:highlight>
                <a:latin typeface="Consolas" panose="020B0609020204030204" pitchFamily="49" charset="0"/>
                <a:ea typeface="Courier New"/>
                <a:cs typeface="Courier New"/>
                <a:sym typeface="Courier New"/>
              </a:rPr>
              <a:t>&lt;</a:t>
            </a:r>
            <a:r>
              <a:rPr lang="es-ES" sz="1600" dirty="0" err="1">
                <a:solidFill>
                  <a:srgbClr val="032F62"/>
                </a:solidFill>
                <a:highlight>
                  <a:srgbClr val="FFFFFF"/>
                </a:highlight>
                <a:latin typeface="Consolas" panose="020B0609020204030204" pitchFamily="49" charset="0"/>
                <a:ea typeface="Courier New"/>
                <a:cs typeface="Courier New"/>
                <a:sym typeface="Courier New"/>
              </a:rPr>
              <a:t>stdlib.h</a:t>
            </a:r>
            <a:r>
              <a:rPr lang="es-ES" sz="1600" dirty="0">
                <a:solidFill>
                  <a:srgbClr val="032F62"/>
                </a:solidFill>
                <a:highlight>
                  <a:srgbClr val="FFFFFF"/>
                </a:highlight>
                <a:latin typeface="Consolas" panose="020B0609020204030204" pitchFamily="49" charset="0"/>
                <a:ea typeface="Courier New"/>
                <a:cs typeface="Courier New"/>
                <a:sym typeface="Courier New"/>
              </a:rPr>
              <a:t>&gt;</a:t>
            </a:r>
            <a:endParaRPr sz="1600" dirty="0">
              <a:solidFill>
                <a:srgbClr val="032F62"/>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endParaRPr sz="16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600" dirty="0" err="1">
                <a:solidFill>
                  <a:srgbClr val="D73A49"/>
                </a:solidFill>
                <a:highlight>
                  <a:srgbClr val="FFFFFF"/>
                </a:highlight>
                <a:latin typeface="Consolas" panose="020B0609020204030204" pitchFamily="49" charset="0"/>
                <a:ea typeface="Courier New"/>
                <a:cs typeface="Courier New"/>
                <a:sym typeface="Courier New"/>
              </a:rPr>
              <a:t>int</a:t>
            </a:r>
            <a:r>
              <a:rPr lang="es-ES" sz="1600" dirty="0">
                <a:solidFill>
                  <a:srgbClr val="24292E"/>
                </a:solidFill>
                <a:highlight>
                  <a:srgbClr val="FFFFFF"/>
                </a:highlight>
                <a:latin typeface="Consolas" panose="020B0609020204030204" pitchFamily="49" charset="0"/>
                <a:ea typeface="Courier New"/>
                <a:cs typeface="Courier New"/>
                <a:sym typeface="Courier New"/>
              </a:rPr>
              <a:t> </a:t>
            </a:r>
            <a:r>
              <a:rPr lang="es-ES" sz="1600" dirty="0" err="1">
                <a:solidFill>
                  <a:srgbClr val="6F42C1"/>
                </a:solidFill>
                <a:highlight>
                  <a:srgbClr val="FFFFFF"/>
                </a:highlight>
                <a:latin typeface="Consolas" panose="020B0609020204030204" pitchFamily="49" charset="0"/>
                <a:ea typeface="Courier New"/>
                <a:cs typeface="Courier New"/>
                <a:sym typeface="Courier New"/>
              </a:rPr>
              <a:t>main</a:t>
            </a:r>
            <a:r>
              <a:rPr lang="es-ES" sz="1600" dirty="0">
                <a:solidFill>
                  <a:srgbClr val="24292E"/>
                </a:solidFill>
                <a:highlight>
                  <a:srgbClr val="FFFFFF"/>
                </a:highlight>
                <a:latin typeface="Consolas" panose="020B0609020204030204" pitchFamily="49" charset="0"/>
                <a:ea typeface="Courier New"/>
                <a:cs typeface="Courier New"/>
                <a:sym typeface="Courier New"/>
              </a:rPr>
              <a:t>(</a:t>
            </a:r>
            <a:r>
              <a:rPr lang="es-ES" sz="1600" dirty="0" err="1">
                <a:solidFill>
                  <a:srgbClr val="D73A49"/>
                </a:solidFill>
                <a:highlight>
                  <a:srgbClr val="FFFFFF"/>
                </a:highlight>
                <a:latin typeface="Consolas" panose="020B0609020204030204" pitchFamily="49" charset="0"/>
                <a:ea typeface="Courier New"/>
                <a:cs typeface="Courier New"/>
                <a:sym typeface="Courier New"/>
              </a:rPr>
              <a:t>int</a:t>
            </a:r>
            <a:r>
              <a:rPr lang="es-ES" sz="1600" dirty="0">
                <a:solidFill>
                  <a:srgbClr val="24292E"/>
                </a:solidFill>
                <a:highlight>
                  <a:srgbClr val="FFFFFF"/>
                </a:highlight>
                <a:latin typeface="Consolas" panose="020B0609020204030204" pitchFamily="49" charset="0"/>
                <a:ea typeface="Courier New"/>
                <a:cs typeface="Courier New"/>
                <a:sym typeface="Courier New"/>
              </a:rPr>
              <a:t> </a:t>
            </a:r>
            <a:r>
              <a:rPr lang="es-ES" sz="1600" dirty="0" err="1">
                <a:solidFill>
                  <a:srgbClr val="24292E"/>
                </a:solidFill>
                <a:highlight>
                  <a:srgbClr val="FFFFFF"/>
                </a:highlight>
                <a:latin typeface="Consolas" panose="020B0609020204030204" pitchFamily="49" charset="0"/>
                <a:ea typeface="Courier New"/>
                <a:cs typeface="Courier New"/>
                <a:sym typeface="Courier New"/>
              </a:rPr>
              <a:t>argc</a:t>
            </a:r>
            <a:r>
              <a:rPr lang="es-ES" sz="1600" dirty="0">
                <a:solidFill>
                  <a:srgbClr val="24292E"/>
                </a:solidFill>
                <a:highlight>
                  <a:srgbClr val="FFFFFF"/>
                </a:highlight>
                <a:latin typeface="Consolas" panose="020B0609020204030204" pitchFamily="49" charset="0"/>
                <a:ea typeface="Courier New"/>
                <a:cs typeface="Courier New"/>
                <a:sym typeface="Courier New"/>
              </a:rPr>
              <a:t>, </a:t>
            </a:r>
            <a:r>
              <a:rPr lang="es-ES" sz="1600" dirty="0" err="1">
                <a:solidFill>
                  <a:srgbClr val="D73A49"/>
                </a:solidFill>
                <a:highlight>
                  <a:srgbClr val="FFFFFF"/>
                </a:highlight>
                <a:latin typeface="Consolas" panose="020B0609020204030204" pitchFamily="49" charset="0"/>
                <a:ea typeface="Courier New"/>
                <a:cs typeface="Courier New"/>
                <a:sym typeface="Courier New"/>
              </a:rPr>
              <a:t>char</a:t>
            </a:r>
            <a:r>
              <a:rPr lang="es-ES" sz="1600" dirty="0">
                <a:solidFill>
                  <a:srgbClr val="24292E"/>
                </a:solidFill>
                <a:highlight>
                  <a:srgbClr val="FFFFFF"/>
                </a:highlight>
                <a:latin typeface="Consolas" panose="020B0609020204030204" pitchFamily="49" charset="0"/>
                <a:ea typeface="Courier New"/>
                <a:cs typeface="Courier New"/>
                <a:sym typeface="Courier New"/>
              </a:rPr>
              <a:t> *</a:t>
            </a:r>
            <a:r>
              <a:rPr lang="es-ES" sz="1600" dirty="0" err="1">
                <a:solidFill>
                  <a:srgbClr val="24292E"/>
                </a:solidFill>
                <a:highlight>
                  <a:srgbClr val="FFFFFF"/>
                </a:highlight>
                <a:latin typeface="Consolas" panose="020B0609020204030204" pitchFamily="49" charset="0"/>
                <a:ea typeface="Courier New"/>
                <a:cs typeface="Courier New"/>
                <a:sym typeface="Courier New"/>
              </a:rPr>
              <a:t>argv</a:t>
            </a:r>
            <a:r>
              <a:rPr lang="es-ES" sz="1600" dirty="0">
                <a:solidFill>
                  <a:srgbClr val="24292E"/>
                </a:solidFill>
                <a:highlight>
                  <a:srgbClr val="FFFFFF"/>
                </a:highlight>
                <a:latin typeface="Consolas" panose="020B0609020204030204" pitchFamily="49" charset="0"/>
                <a:ea typeface="Courier New"/>
                <a:cs typeface="Courier New"/>
                <a:sym typeface="Courier New"/>
              </a:rPr>
              <a:t>[]) {</a:t>
            </a:r>
            <a:endParaRPr sz="16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600" dirty="0">
                <a:solidFill>
                  <a:srgbClr val="24292E"/>
                </a:solidFill>
                <a:highlight>
                  <a:srgbClr val="FFFFFF"/>
                </a:highlight>
                <a:latin typeface="Consolas" panose="020B0609020204030204" pitchFamily="49" charset="0"/>
                <a:ea typeface="Courier New"/>
                <a:cs typeface="Courier New"/>
                <a:sym typeface="Courier New"/>
              </a:rPr>
              <a:t>  </a:t>
            </a:r>
            <a:r>
              <a:rPr lang="es-ES" sz="1600" dirty="0" err="1">
                <a:solidFill>
                  <a:srgbClr val="005CC5"/>
                </a:solidFill>
                <a:highlight>
                  <a:srgbClr val="FFFFFF"/>
                </a:highlight>
                <a:latin typeface="Consolas" panose="020B0609020204030204" pitchFamily="49" charset="0"/>
                <a:ea typeface="Courier New"/>
                <a:cs typeface="Courier New"/>
                <a:sym typeface="Courier New"/>
              </a:rPr>
              <a:t>printf</a:t>
            </a:r>
            <a:r>
              <a:rPr lang="es-ES" sz="1600" dirty="0">
                <a:solidFill>
                  <a:srgbClr val="24292E"/>
                </a:solidFill>
                <a:highlight>
                  <a:srgbClr val="FFFFFF"/>
                </a:highlight>
                <a:latin typeface="Consolas" panose="020B0609020204030204" pitchFamily="49" charset="0"/>
                <a:ea typeface="Courier New"/>
                <a:cs typeface="Courier New"/>
                <a:sym typeface="Courier New"/>
              </a:rPr>
              <a:t>("</a:t>
            </a:r>
            <a:r>
              <a:rPr lang="es-ES" sz="1600" dirty="0" err="1">
                <a:solidFill>
                  <a:srgbClr val="24292E"/>
                </a:solidFill>
                <a:highlight>
                  <a:srgbClr val="FFFFFF"/>
                </a:highlight>
                <a:latin typeface="Consolas" panose="020B0609020204030204" pitchFamily="49" charset="0"/>
                <a:ea typeface="Courier New"/>
                <a:cs typeface="Courier New"/>
                <a:sym typeface="Courier New"/>
              </a:rPr>
              <a:t>location</a:t>
            </a:r>
            <a:r>
              <a:rPr lang="es-ES" sz="1600" dirty="0">
                <a:solidFill>
                  <a:srgbClr val="24292E"/>
                </a:solidFill>
                <a:highlight>
                  <a:srgbClr val="FFFFFF"/>
                </a:highlight>
                <a:latin typeface="Consolas" panose="020B0609020204030204" pitchFamily="49" charset="0"/>
                <a:ea typeface="Courier New"/>
                <a:cs typeface="Courier New"/>
                <a:sym typeface="Courier New"/>
              </a:rPr>
              <a:t> </a:t>
            </a:r>
            <a:r>
              <a:rPr lang="es-ES" sz="1600" dirty="0" err="1">
                <a:solidFill>
                  <a:srgbClr val="24292E"/>
                </a:solidFill>
                <a:highlight>
                  <a:srgbClr val="FFFFFF"/>
                </a:highlight>
                <a:latin typeface="Consolas" panose="020B0609020204030204" pitchFamily="49" charset="0"/>
                <a:ea typeface="Courier New"/>
                <a:cs typeface="Courier New"/>
                <a:sym typeface="Courier New"/>
              </a:rPr>
              <a:t>of</a:t>
            </a:r>
            <a:r>
              <a:rPr lang="es-ES" sz="1600" dirty="0">
                <a:solidFill>
                  <a:srgbClr val="24292E"/>
                </a:solidFill>
                <a:highlight>
                  <a:srgbClr val="FFFFFF"/>
                </a:highlight>
                <a:latin typeface="Consolas" panose="020B0609020204030204" pitchFamily="49" charset="0"/>
                <a:ea typeface="Courier New"/>
                <a:cs typeface="Courier New"/>
                <a:sym typeface="Courier New"/>
              </a:rPr>
              <a:t> </a:t>
            </a:r>
            <a:r>
              <a:rPr lang="es-ES" sz="1600" dirty="0" err="1">
                <a:solidFill>
                  <a:srgbClr val="24292E"/>
                </a:solidFill>
                <a:highlight>
                  <a:srgbClr val="FFFFFF"/>
                </a:highlight>
                <a:latin typeface="Consolas" panose="020B0609020204030204" pitchFamily="49" charset="0"/>
                <a:ea typeface="Courier New"/>
                <a:cs typeface="Courier New"/>
                <a:sym typeface="Courier New"/>
              </a:rPr>
              <a:t>code</a:t>
            </a:r>
            <a:r>
              <a:rPr lang="es-ES" sz="1600" dirty="0">
                <a:solidFill>
                  <a:srgbClr val="24292E"/>
                </a:solidFill>
                <a:highlight>
                  <a:srgbClr val="FFFFFF"/>
                </a:highlight>
                <a:latin typeface="Consolas" panose="020B0609020204030204" pitchFamily="49" charset="0"/>
                <a:ea typeface="Courier New"/>
                <a:cs typeface="Courier New"/>
                <a:sym typeface="Courier New"/>
              </a:rPr>
              <a:t>  : %p\n", (</a:t>
            </a:r>
            <a:r>
              <a:rPr lang="es-ES" sz="1600" dirty="0" err="1">
                <a:solidFill>
                  <a:srgbClr val="D73A49"/>
                </a:solidFill>
                <a:highlight>
                  <a:srgbClr val="FFFFFF"/>
                </a:highlight>
                <a:latin typeface="Consolas" panose="020B0609020204030204" pitchFamily="49" charset="0"/>
                <a:ea typeface="Courier New"/>
                <a:cs typeface="Courier New"/>
                <a:sym typeface="Courier New"/>
              </a:rPr>
              <a:t>void</a:t>
            </a:r>
            <a:r>
              <a:rPr lang="es-ES" sz="1600" dirty="0">
                <a:solidFill>
                  <a:srgbClr val="24292E"/>
                </a:solidFill>
                <a:highlight>
                  <a:srgbClr val="FFFFFF"/>
                </a:highlight>
                <a:latin typeface="Consolas" panose="020B0609020204030204" pitchFamily="49" charset="0"/>
                <a:ea typeface="Courier New"/>
                <a:cs typeface="Courier New"/>
                <a:sym typeface="Courier New"/>
              </a:rPr>
              <a:t> *) </a:t>
            </a:r>
            <a:r>
              <a:rPr lang="es-ES" sz="1600" dirty="0" err="1">
                <a:solidFill>
                  <a:srgbClr val="24292E"/>
                </a:solidFill>
                <a:highlight>
                  <a:srgbClr val="FFFFFF"/>
                </a:highlight>
                <a:latin typeface="Consolas" panose="020B0609020204030204" pitchFamily="49" charset="0"/>
                <a:ea typeface="Courier New"/>
                <a:cs typeface="Courier New"/>
                <a:sym typeface="Courier New"/>
              </a:rPr>
              <a:t>main</a:t>
            </a:r>
            <a:r>
              <a:rPr lang="es-ES" sz="1600" dirty="0">
                <a:solidFill>
                  <a:srgbClr val="24292E"/>
                </a:solidFill>
                <a:highlight>
                  <a:srgbClr val="FFFFFF"/>
                </a:highlight>
                <a:latin typeface="Consolas" panose="020B0609020204030204" pitchFamily="49" charset="0"/>
                <a:ea typeface="Courier New"/>
                <a:cs typeface="Courier New"/>
                <a:sym typeface="Courier New"/>
              </a:rPr>
              <a:t>);</a:t>
            </a:r>
            <a:endParaRPr sz="16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r>
              <a:rPr lang="es-ES" sz="1600" dirty="0">
                <a:solidFill>
                  <a:srgbClr val="24292E"/>
                </a:solidFill>
                <a:highlight>
                  <a:srgbClr val="FFFFFF"/>
                </a:highlight>
                <a:latin typeface="Consolas" panose="020B0609020204030204" pitchFamily="49" charset="0"/>
                <a:ea typeface="Courier New"/>
                <a:cs typeface="Courier New"/>
                <a:sym typeface="Courier New"/>
              </a:rPr>
              <a:t>  </a:t>
            </a:r>
            <a:r>
              <a:rPr lang="es-ES" sz="1600" dirty="0" err="1">
                <a:solidFill>
                  <a:srgbClr val="005CC5"/>
                </a:solidFill>
                <a:highlight>
                  <a:srgbClr val="FFFFFF"/>
                </a:highlight>
                <a:latin typeface="Consolas" panose="020B0609020204030204" pitchFamily="49" charset="0"/>
                <a:ea typeface="Courier New"/>
                <a:cs typeface="Courier New"/>
                <a:sym typeface="Courier New"/>
              </a:rPr>
              <a:t>printf</a:t>
            </a:r>
            <a:r>
              <a:rPr lang="es-ES" sz="1600" dirty="0">
                <a:solidFill>
                  <a:srgbClr val="24292E"/>
                </a:solidFill>
                <a:highlight>
                  <a:srgbClr val="FFFFFF"/>
                </a:highlight>
                <a:latin typeface="Consolas" panose="020B0609020204030204" pitchFamily="49" charset="0"/>
                <a:ea typeface="Courier New"/>
                <a:cs typeface="Courier New"/>
                <a:sym typeface="Courier New"/>
              </a:rPr>
              <a:t>("</a:t>
            </a:r>
            <a:r>
              <a:rPr lang="es-ES" sz="1600" dirty="0" err="1">
                <a:solidFill>
                  <a:srgbClr val="24292E"/>
                </a:solidFill>
                <a:highlight>
                  <a:srgbClr val="FFFFFF"/>
                </a:highlight>
                <a:latin typeface="Consolas" panose="020B0609020204030204" pitchFamily="49" charset="0"/>
                <a:ea typeface="Courier New"/>
                <a:cs typeface="Courier New"/>
                <a:sym typeface="Courier New"/>
              </a:rPr>
              <a:t>location</a:t>
            </a:r>
            <a:r>
              <a:rPr lang="es-ES" sz="1600" dirty="0">
                <a:solidFill>
                  <a:srgbClr val="24292E"/>
                </a:solidFill>
                <a:highlight>
                  <a:srgbClr val="FFFFFF"/>
                </a:highlight>
                <a:latin typeface="Consolas" panose="020B0609020204030204" pitchFamily="49" charset="0"/>
                <a:ea typeface="Courier New"/>
                <a:cs typeface="Courier New"/>
                <a:sym typeface="Courier New"/>
              </a:rPr>
              <a:t> </a:t>
            </a:r>
            <a:r>
              <a:rPr lang="es-ES" sz="1600" dirty="0" err="1">
                <a:solidFill>
                  <a:srgbClr val="24292E"/>
                </a:solidFill>
                <a:highlight>
                  <a:srgbClr val="FFFFFF"/>
                </a:highlight>
                <a:latin typeface="Consolas" panose="020B0609020204030204" pitchFamily="49" charset="0"/>
                <a:ea typeface="Courier New"/>
                <a:cs typeface="Courier New"/>
                <a:sym typeface="Courier New"/>
              </a:rPr>
              <a:t>of</a:t>
            </a:r>
            <a:r>
              <a:rPr lang="es-ES" sz="1600" dirty="0">
                <a:solidFill>
                  <a:srgbClr val="24292E"/>
                </a:solidFill>
                <a:highlight>
                  <a:srgbClr val="FFFFFF"/>
                </a:highlight>
                <a:latin typeface="Consolas" panose="020B0609020204030204" pitchFamily="49" charset="0"/>
                <a:ea typeface="Courier New"/>
                <a:cs typeface="Courier New"/>
                <a:sym typeface="Courier New"/>
              </a:rPr>
              <a:t> </a:t>
            </a:r>
            <a:r>
              <a:rPr lang="es-ES" sz="1600" dirty="0" err="1">
                <a:solidFill>
                  <a:srgbClr val="24292E"/>
                </a:solidFill>
                <a:highlight>
                  <a:srgbClr val="FFFFFF"/>
                </a:highlight>
                <a:latin typeface="Consolas" panose="020B0609020204030204" pitchFamily="49" charset="0"/>
                <a:ea typeface="Courier New"/>
                <a:cs typeface="Courier New"/>
                <a:sym typeface="Courier New"/>
              </a:rPr>
              <a:t>heap</a:t>
            </a:r>
            <a:r>
              <a:rPr lang="es-ES" sz="1600" dirty="0">
                <a:solidFill>
                  <a:srgbClr val="24292E"/>
                </a:solidFill>
                <a:highlight>
                  <a:srgbClr val="FFFFFF"/>
                </a:highlight>
                <a:latin typeface="Consolas" panose="020B0609020204030204" pitchFamily="49" charset="0"/>
                <a:ea typeface="Courier New"/>
                <a:cs typeface="Courier New"/>
                <a:sym typeface="Courier New"/>
              </a:rPr>
              <a:t>  : %p\n", (</a:t>
            </a:r>
            <a:r>
              <a:rPr lang="es-ES" sz="1600" dirty="0" err="1">
                <a:solidFill>
                  <a:srgbClr val="D73A49"/>
                </a:solidFill>
                <a:highlight>
                  <a:srgbClr val="FFFFFF"/>
                </a:highlight>
                <a:latin typeface="Consolas" panose="020B0609020204030204" pitchFamily="49" charset="0"/>
                <a:ea typeface="Courier New"/>
                <a:cs typeface="Courier New"/>
                <a:sym typeface="Courier New"/>
              </a:rPr>
              <a:t>void</a:t>
            </a:r>
            <a:r>
              <a:rPr lang="es-ES" sz="1600" dirty="0">
                <a:solidFill>
                  <a:srgbClr val="24292E"/>
                </a:solidFill>
                <a:highlight>
                  <a:srgbClr val="FFFFFF"/>
                </a:highlight>
                <a:latin typeface="Consolas" panose="020B0609020204030204" pitchFamily="49" charset="0"/>
                <a:ea typeface="Courier New"/>
                <a:cs typeface="Courier New"/>
                <a:sym typeface="Courier New"/>
              </a:rPr>
              <a:t> *) </a:t>
            </a:r>
            <a:r>
              <a:rPr lang="es-ES" sz="1600" dirty="0" err="1">
                <a:solidFill>
                  <a:srgbClr val="24292E"/>
                </a:solidFill>
                <a:highlight>
                  <a:srgbClr val="FFFFFF"/>
                </a:highlight>
                <a:latin typeface="Consolas" panose="020B0609020204030204" pitchFamily="49" charset="0"/>
                <a:ea typeface="Courier New"/>
                <a:cs typeface="Courier New"/>
                <a:sym typeface="Courier New"/>
              </a:rPr>
              <a:t>malloc</a:t>
            </a:r>
            <a:r>
              <a:rPr lang="es-ES" sz="1600" dirty="0">
                <a:solidFill>
                  <a:srgbClr val="24292E"/>
                </a:solidFill>
                <a:highlight>
                  <a:srgbClr val="FFFFFF"/>
                </a:highlight>
                <a:latin typeface="Consolas" panose="020B0609020204030204" pitchFamily="49" charset="0"/>
                <a:ea typeface="Courier New"/>
                <a:cs typeface="Courier New"/>
                <a:sym typeface="Courier New"/>
              </a:rPr>
              <a:t>(</a:t>
            </a:r>
            <a:r>
              <a:rPr lang="es-ES" sz="1600" dirty="0">
                <a:solidFill>
                  <a:srgbClr val="0B6937"/>
                </a:solidFill>
                <a:highlight>
                  <a:srgbClr val="FFFFFF"/>
                </a:highlight>
                <a:latin typeface="Consolas" panose="020B0609020204030204" pitchFamily="49" charset="0"/>
                <a:ea typeface="Courier New"/>
                <a:cs typeface="Courier New"/>
                <a:sym typeface="Courier New"/>
              </a:rPr>
              <a:t>1</a:t>
            </a:r>
            <a:r>
              <a:rPr lang="es-ES" sz="1600" dirty="0">
                <a:solidFill>
                  <a:srgbClr val="24292E"/>
                </a:solidFill>
                <a:highlight>
                  <a:srgbClr val="FFFFFF"/>
                </a:highlight>
                <a:latin typeface="Consolas" panose="020B0609020204030204" pitchFamily="49" charset="0"/>
                <a:ea typeface="Courier New"/>
                <a:cs typeface="Courier New"/>
                <a:sym typeface="Courier New"/>
              </a:rPr>
              <a:t>));</a:t>
            </a:r>
            <a:endParaRPr sz="16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r>
              <a:rPr lang="es-ES" sz="1600" dirty="0">
                <a:solidFill>
                  <a:srgbClr val="24292E"/>
                </a:solidFill>
                <a:highlight>
                  <a:srgbClr val="FFFFFF"/>
                </a:highlight>
                <a:latin typeface="Consolas" panose="020B0609020204030204" pitchFamily="49" charset="0"/>
                <a:ea typeface="Courier New"/>
                <a:cs typeface="Courier New"/>
                <a:sym typeface="Courier New"/>
              </a:rPr>
              <a:t>  </a:t>
            </a:r>
            <a:r>
              <a:rPr lang="es-ES" sz="1600" dirty="0" err="1">
                <a:solidFill>
                  <a:srgbClr val="D73A49"/>
                </a:solidFill>
                <a:highlight>
                  <a:srgbClr val="FFFFFF"/>
                </a:highlight>
                <a:latin typeface="Consolas" panose="020B0609020204030204" pitchFamily="49" charset="0"/>
                <a:ea typeface="Courier New"/>
                <a:cs typeface="Courier New"/>
                <a:sym typeface="Courier New"/>
              </a:rPr>
              <a:t>int</a:t>
            </a:r>
            <a:r>
              <a:rPr lang="es-ES" sz="1600" dirty="0">
                <a:solidFill>
                  <a:srgbClr val="24292E"/>
                </a:solidFill>
                <a:highlight>
                  <a:srgbClr val="FFFFFF"/>
                </a:highlight>
                <a:latin typeface="Consolas" panose="020B0609020204030204" pitchFamily="49" charset="0"/>
                <a:ea typeface="Courier New"/>
                <a:cs typeface="Courier New"/>
                <a:sym typeface="Courier New"/>
              </a:rPr>
              <a:t> x = 3;</a:t>
            </a:r>
            <a:endParaRPr sz="16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r>
              <a:rPr lang="es-ES" sz="1600" dirty="0">
                <a:solidFill>
                  <a:srgbClr val="24292E"/>
                </a:solidFill>
                <a:highlight>
                  <a:srgbClr val="FFFFFF"/>
                </a:highlight>
                <a:latin typeface="Consolas" panose="020B0609020204030204" pitchFamily="49" charset="0"/>
                <a:ea typeface="Courier New"/>
                <a:cs typeface="Courier New"/>
                <a:sym typeface="Courier New"/>
              </a:rPr>
              <a:t>  </a:t>
            </a:r>
            <a:r>
              <a:rPr lang="es-ES" sz="1600" dirty="0" err="1">
                <a:solidFill>
                  <a:srgbClr val="005CC5"/>
                </a:solidFill>
                <a:highlight>
                  <a:srgbClr val="FFFFFF"/>
                </a:highlight>
                <a:latin typeface="Consolas" panose="020B0609020204030204" pitchFamily="49" charset="0"/>
                <a:ea typeface="Courier New"/>
                <a:cs typeface="Courier New"/>
                <a:sym typeface="Courier New"/>
              </a:rPr>
              <a:t>printf</a:t>
            </a:r>
            <a:r>
              <a:rPr lang="es-ES" sz="1600" dirty="0">
                <a:solidFill>
                  <a:srgbClr val="24292E"/>
                </a:solidFill>
                <a:highlight>
                  <a:srgbClr val="FFFFFF"/>
                </a:highlight>
                <a:latin typeface="Consolas" panose="020B0609020204030204" pitchFamily="49" charset="0"/>
                <a:ea typeface="Courier New"/>
                <a:cs typeface="Courier New"/>
                <a:sym typeface="Courier New"/>
              </a:rPr>
              <a:t>("</a:t>
            </a:r>
            <a:r>
              <a:rPr lang="es-ES" sz="1600" dirty="0" err="1">
                <a:solidFill>
                  <a:srgbClr val="24292E"/>
                </a:solidFill>
                <a:highlight>
                  <a:srgbClr val="FFFFFF"/>
                </a:highlight>
                <a:latin typeface="Consolas" panose="020B0609020204030204" pitchFamily="49" charset="0"/>
                <a:ea typeface="Courier New"/>
                <a:cs typeface="Courier New"/>
                <a:sym typeface="Courier New"/>
              </a:rPr>
              <a:t>location</a:t>
            </a:r>
            <a:r>
              <a:rPr lang="es-ES" sz="1600" dirty="0">
                <a:solidFill>
                  <a:srgbClr val="24292E"/>
                </a:solidFill>
                <a:highlight>
                  <a:srgbClr val="FFFFFF"/>
                </a:highlight>
                <a:latin typeface="Consolas" panose="020B0609020204030204" pitchFamily="49" charset="0"/>
                <a:ea typeface="Courier New"/>
                <a:cs typeface="Courier New"/>
                <a:sym typeface="Courier New"/>
              </a:rPr>
              <a:t> </a:t>
            </a:r>
            <a:r>
              <a:rPr lang="es-ES" sz="1600" dirty="0" err="1">
                <a:solidFill>
                  <a:srgbClr val="24292E"/>
                </a:solidFill>
                <a:highlight>
                  <a:srgbClr val="FFFFFF"/>
                </a:highlight>
                <a:latin typeface="Consolas" panose="020B0609020204030204" pitchFamily="49" charset="0"/>
                <a:ea typeface="Courier New"/>
                <a:cs typeface="Courier New"/>
                <a:sym typeface="Courier New"/>
              </a:rPr>
              <a:t>of</a:t>
            </a:r>
            <a:r>
              <a:rPr lang="es-ES" sz="1600" dirty="0">
                <a:solidFill>
                  <a:srgbClr val="24292E"/>
                </a:solidFill>
                <a:highlight>
                  <a:srgbClr val="FFFFFF"/>
                </a:highlight>
                <a:latin typeface="Consolas" panose="020B0609020204030204" pitchFamily="49" charset="0"/>
                <a:ea typeface="Courier New"/>
                <a:cs typeface="Courier New"/>
                <a:sym typeface="Courier New"/>
              </a:rPr>
              <a:t> </a:t>
            </a:r>
            <a:r>
              <a:rPr lang="es-ES" sz="1600" dirty="0" err="1">
                <a:solidFill>
                  <a:srgbClr val="24292E"/>
                </a:solidFill>
                <a:highlight>
                  <a:srgbClr val="FFFFFF"/>
                </a:highlight>
                <a:latin typeface="Consolas" panose="020B0609020204030204" pitchFamily="49" charset="0"/>
                <a:ea typeface="Courier New"/>
                <a:cs typeface="Courier New"/>
                <a:sym typeface="Courier New"/>
              </a:rPr>
              <a:t>stack</a:t>
            </a:r>
            <a:r>
              <a:rPr lang="es-ES" sz="1600" dirty="0">
                <a:solidFill>
                  <a:srgbClr val="24292E"/>
                </a:solidFill>
                <a:highlight>
                  <a:srgbClr val="FFFFFF"/>
                </a:highlight>
                <a:latin typeface="Consolas" panose="020B0609020204030204" pitchFamily="49" charset="0"/>
                <a:ea typeface="Courier New"/>
                <a:cs typeface="Courier New"/>
                <a:sym typeface="Courier New"/>
              </a:rPr>
              <a:t> : %p\n", (</a:t>
            </a:r>
            <a:r>
              <a:rPr lang="es-ES" sz="1600" dirty="0" err="1">
                <a:solidFill>
                  <a:srgbClr val="D73A49"/>
                </a:solidFill>
                <a:highlight>
                  <a:srgbClr val="FFFFFF"/>
                </a:highlight>
                <a:latin typeface="Consolas" panose="020B0609020204030204" pitchFamily="49" charset="0"/>
                <a:ea typeface="Courier New"/>
                <a:cs typeface="Courier New"/>
                <a:sym typeface="Courier New"/>
              </a:rPr>
              <a:t>void</a:t>
            </a:r>
            <a:r>
              <a:rPr lang="es-ES" sz="1600" dirty="0">
                <a:solidFill>
                  <a:srgbClr val="24292E"/>
                </a:solidFill>
                <a:highlight>
                  <a:srgbClr val="FFFFFF"/>
                </a:highlight>
                <a:latin typeface="Consolas" panose="020B0609020204030204" pitchFamily="49" charset="0"/>
                <a:ea typeface="Courier New"/>
                <a:cs typeface="Courier New"/>
                <a:sym typeface="Courier New"/>
              </a:rPr>
              <a:t> *) &amp;x);</a:t>
            </a:r>
            <a:endParaRPr sz="16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600" dirty="0">
                <a:solidFill>
                  <a:srgbClr val="24292E"/>
                </a:solidFill>
                <a:highlight>
                  <a:srgbClr val="FFFFFF"/>
                </a:highlight>
                <a:latin typeface="Consolas" panose="020B0609020204030204" pitchFamily="49" charset="0"/>
                <a:ea typeface="Courier New"/>
                <a:cs typeface="Courier New"/>
                <a:sym typeface="Courier New"/>
              </a:rPr>
              <a:t>  </a:t>
            </a:r>
            <a:r>
              <a:rPr lang="es-ES" sz="1600" dirty="0" err="1">
                <a:solidFill>
                  <a:srgbClr val="D73A49"/>
                </a:solidFill>
                <a:highlight>
                  <a:srgbClr val="FFFFFF"/>
                </a:highlight>
                <a:latin typeface="Consolas" panose="020B0609020204030204" pitchFamily="49" charset="0"/>
                <a:ea typeface="Courier New"/>
                <a:cs typeface="Courier New"/>
                <a:sym typeface="Courier New"/>
              </a:rPr>
              <a:t>return</a:t>
            </a:r>
            <a:r>
              <a:rPr lang="es-ES" sz="1600" dirty="0">
                <a:solidFill>
                  <a:srgbClr val="24292E"/>
                </a:solidFill>
                <a:highlight>
                  <a:srgbClr val="FFFFFF"/>
                </a:highlight>
                <a:latin typeface="Consolas" panose="020B0609020204030204" pitchFamily="49" charset="0"/>
                <a:ea typeface="Courier New"/>
                <a:cs typeface="Courier New"/>
                <a:sym typeface="Courier New"/>
              </a:rPr>
              <a:t> </a:t>
            </a:r>
            <a:r>
              <a:rPr lang="es-ES" sz="1600" dirty="0">
                <a:solidFill>
                  <a:srgbClr val="005CC5"/>
                </a:solidFill>
                <a:highlight>
                  <a:srgbClr val="FFFFFF"/>
                </a:highlight>
                <a:latin typeface="Consolas" panose="020B0609020204030204" pitchFamily="49" charset="0"/>
                <a:ea typeface="Courier New"/>
                <a:cs typeface="Courier New"/>
                <a:sym typeface="Courier New"/>
              </a:rPr>
              <a:t>x</a:t>
            </a:r>
            <a:r>
              <a:rPr lang="es-ES" sz="1600" dirty="0">
                <a:solidFill>
                  <a:srgbClr val="24292E"/>
                </a:solidFill>
                <a:highlight>
                  <a:srgbClr val="FFFFFF"/>
                </a:highlight>
                <a:latin typeface="Consolas" panose="020B0609020204030204" pitchFamily="49" charset="0"/>
                <a:ea typeface="Courier New"/>
                <a:cs typeface="Courier New"/>
                <a:sym typeface="Courier New"/>
              </a:rPr>
              <a:t>;</a:t>
            </a:r>
            <a:endParaRPr sz="16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lnSpc>
                <a:spcPct val="100000"/>
              </a:lnSpc>
              <a:spcBef>
                <a:spcPts val="0"/>
              </a:spcBef>
              <a:spcAft>
                <a:spcPts val="0"/>
              </a:spcAft>
              <a:buNone/>
            </a:pPr>
            <a:r>
              <a:rPr lang="es-ES" sz="1600" dirty="0">
                <a:solidFill>
                  <a:srgbClr val="24292E"/>
                </a:solidFill>
                <a:highlight>
                  <a:srgbClr val="FFFFFF"/>
                </a:highlight>
                <a:latin typeface="Consolas" panose="020B0609020204030204" pitchFamily="49" charset="0"/>
                <a:ea typeface="Courier New"/>
                <a:cs typeface="Courier New"/>
                <a:sym typeface="Courier New"/>
              </a:rPr>
              <a:t>}</a:t>
            </a:r>
            <a:endParaRPr sz="1600" dirty="0">
              <a:solidFill>
                <a:srgbClr val="24292E"/>
              </a:solidFill>
              <a:highlight>
                <a:srgbClr val="FFFFFF"/>
              </a:highlight>
              <a:latin typeface="Consolas" panose="020B0609020204030204" pitchFamily="49" charset="0"/>
              <a:ea typeface="Courier New"/>
              <a:cs typeface="Courier New"/>
              <a:sym typeface="Courier New"/>
            </a:endParaRPr>
          </a:p>
          <a:p>
            <a:pPr marL="0" lvl="0" indent="0" algn="l" rtl="0">
              <a:spcBef>
                <a:spcPts val="0"/>
              </a:spcBef>
              <a:spcAft>
                <a:spcPts val="0"/>
              </a:spcAft>
              <a:buNone/>
            </a:pPr>
            <a:endParaRPr sz="1200" dirty="0">
              <a:solidFill>
                <a:srgbClr val="24292E"/>
              </a:solidFill>
              <a:highlight>
                <a:srgbClr val="FFFFFF"/>
              </a:highlight>
              <a:latin typeface="Consolas" panose="020B0609020204030204" pitchFamily="49" charset="0"/>
              <a:ea typeface="Courier New"/>
              <a:cs typeface="Courier New"/>
              <a:sym typeface="Courier New"/>
            </a:endParaRPr>
          </a:p>
        </p:txBody>
      </p:sp>
      <p:sp>
        <p:nvSpPr>
          <p:cNvPr id="648" name="Google Shape;648;p42"/>
          <p:cNvSpPr txBox="1"/>
          <p:nvPr/>
        </p:nvSpPr>
        <p:spPr>
          <a:xfrm>
            <a:off x="1109911" y="5107225"/>
            <a:ext cx="7318563" cy="1069493"/>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ES" sz="1600" dirty="0" err="1">
                <a:solidFill>
                  <a:schemeClr val="dk1"/>
                </a:solidFill>
                <a:latin typeface="Consolas" panose="020B0609020204030204" pitchFamily="49" charset="0"/>
                <a:ea typeface="Courier New"/>
                <a:cs typeface="Courier New"/>
                <a:sym typeface="Courier New"/>
              </a:rPr>
              <a:t>location</a:t>
            </a:r>
            <a:r>
              <a:rPr lang="es-ES" sz="1600" dirty="0">
                <a:solidFill>
                  <a:schemeClr val="dk1"/>
                </a:solidFill>
                <a:latin typeface="Consolas" panose="020B0609020204030204" pitchFamily="49" charset="0"/>
                <a:ea typeface="Courier New"/>
                <a:cs typeface="Courier New"/>
                <a:sym typeface="Courier New"/>
              </a:rPr>
              <a:t> </a:t>
            </a:r>
            <a:r>
              <a:rPr lang="es-ES" sz="1600" dirty="0" err="1">
                <a:solidFill>
                  <a:schemeClr val="dk1"/>
                </a:solidFill>
                <a:latin typeface="Consolas" panose="020B0609020204030204" pitchFamily="49" charset="0"/>
                <a:ea typeface="Courier New"/>
                <a:cs typeface="Courier New"/>
                <a:sym typeface="Courier New"/>
              </a:rPr>
              <a:t>of</a:t>
            </a:r>
            <a:r>
              <a:rPr lang="es-ES" sz="1600" dirty="0">
                <a:solidFill>
                  <a:schemeClr val="dk1"/>
                </a:solidFill>
                <a:latin typeface="Consolas" panose="020B0609020204030204" pitchFamily="49" charset="0"/>
                <a:ea typeface="Courier New"/>
                <a:cs typeface="Courier New"/>
                <a:sym typeface="Courier New"/>
              </a:rPr>
              <a:t> code  : 0x40057d</a:t>
            </a:r>
            <a:endParaRPr sz="1600" dirty="0">
              <a:solidFill>
                <a:schemeClr val="dk1"/>
              </a:solidFill>
              <a:latin typeface="Consolas" panose="020B0609020204030204" pitchFamily="49" charset="0"/>
              <a:ea typeface="Courier New"/>
              <a:cs typeface="Courier New"/>
              <a:sym typeface="Courier New"/>
            </a:endParaRPr>
          </a:p>
          <a:p>
            <a:pPr marL="0" lvl="0" indent="0" algn="l" rtl="0">
              <a:lnSpc>
                <a:spcPct val="115000"/>
              </a:lnSpc>
              <a:spcBef>
                <a:spcPts val="0"/>
              </a:spcBef>
              <a:spcAft>
                <a:spcPts val="0"/>
              </a:spcAft>
              <a:buNone/>
            </a:pPr>
            <a:r>
              <a:rPr lang="es-ES" sz="1600" dirty="0" err="1">
                <a:solidFill>
                  <a:schemeClr val="dk1"/>
                </a:solidFill>
                <a:latin typeface="Consolas" panose="020B0609020204030204" pitchFamily="49" charset="0"/>
                <a:ea typeface="Courier New"/>
                <a:cs typeface="Courier New"/>
                <a:sym typeface="Courier New"/>
              </a:rPr>
              <a:t>location</a:t>
            </a:r>
            <a:r>
              <a:rPr lang="es-ES" sz="1600" dirty="0">
                <a:solidFill>
                  <a:schemeClr val="dk1"/>
                </a:solidFill>
                <a:latin typeface="Consolas" panose="020B0609020204030204" pitchFamily="49" charset="0"/>
                <a:ea typeface="Courier New"/>
                <a:cs typeface="Courier New"/>
                <a:sym typeface="Courier New"/>
              </a:rPr>
              <a:t> </a:t>
            </a:r>
            <a:r>
              <a:rPr lang="es-ES" sz="1600" dirty="0" err="1">
                <a:solidFill>
                  <a:schemeClr val="dk1"/>
                </a:solidFill>
                <a:latin typeface="Consolas" panose="020B0609020204030204" pitchFamily="49" charset="0"/>
                <a:ea typeface="Courier New"/>
                <a:cs typeface="Courier New"/>
                <a:sym typeface="Courier New"/>
              </a:rPr>
              <a:t>of</a:t>
            </a:r>
            <a:r>
              <a:rPr lang="es-ES" sz="1600" dirty="0">
                <a:solidFill>
                  <a:schemeClr val="dk1"/>
                </a:solidFill>
                <a:latin typeface="Consolas" panose="020B0609020204030204" pitchFamily="49" charset="0"/>
                <a:ea typeface="Courier New"/>
                <a:cs typeface="Courier New"/>
                <a:sym typeface="Courier New"/>
              </a:rPr>
              <a:t> heap  : 0xcf2010</a:t>
            </a:r>
            <a:endParaRPr sz="1600" dirty="0">
              <a:solidFill>
                <a:schemeClr val="dk1"/>
              </a:solidFill>
              <a:latin typeface="Consolas" panose="020B0609020204030204" pitchFamily="49" charset="0"/>
              <a:ea typeface="Courier New"/>
              <a:cs typeface="Courier New"/>
              <a:sym typeface="Courier New"/>
            </a:endParaRPr>
          </a:p>
          <a:p>
            <a:pPr marL="0" lvl="0" indent="0" algn="l" rtl="0">
              <a:lnSpc>
                <a:spcPct val="115000"/>
              </a:lnSpc>
              <a:spcBef>
                <a:spcPts val="0"/>
              </a:spcBef>
              <a:spcAft>
                <a:spcPts val="0"/>
              </a:spcAft>
              <a:buNone/>
            </a:pPr>
            <a:r>
              <a:rPr lang="es-ES" sz="1600" dirty="0" err="1">
                <a:solidFill>
                  <a:schemeClr val="dk1"/>
                </a:solidFill>
                <a:latin typeface="Consolas" panose="020B0609020204030204" pitchFamily="49" charset="0"/>
                <a:ea typeface="Courier New"/>
                <a:cs typeface="Courier New"/>
                <a:sym typeface="Courier New"/>
              </a:rPr>
              <a:t>location</a:t>
            </a:r>
            <a:r>
              <a:rPr lang="es-ES" sz="1600" dirty="0">
                <a:solidFill>
                  <a:schemeClr val="dk1"/>
                </a:solidFill>
                <a:latin typeface="Consolas" panose="020B0609020204030204" pitchFamily="49" charset="0"/>
                <a:ea typeface="Courier New"/>
                <a:cs typeface="Courier New"/>
                <a:sym typeface="Courier New"/>
              </a:rPr>
              <a:t> </a:t>
            </a:r>
            <a:r>
              <a:rPr lang="es-ES" sz="1600" dirty="0" err="1">
                <a:solidFill>
                  <a:schemeClr val="dk1"/>
                </a:solidFill>
                <a:latin typeface="Consolas" panose="020B0609020204030204" pitchFamily="49" charset="0"/>
                <a:ea typeface="Courier New"/>
                <a:cs typeface="Courier New"/>
                <a:sym typeface="Courier New"/>
              </a:rPr>
              <a:t>of</a:t>
            </a:r>
            <a:r>
              <a:rPr lang="es-ES" sz="1600" dirty="0">
                <a:solidFill>
                  <a:schemeClr val="dk1"/>
                </a:solidFill>
                <a:latin typeface="Consolas" panose="020B0609020204030204" pitchFamily="49" charset="0"/>
                <a:ea typeface="Courier New"/>
                <a:cs typeface="Courier New"/>
                <a:sym typeface="Courier New"/>
              </a:rPr>
              <a:t> stack : 0x7fff9ca45fcc</a:t>
            </a:r>
            <a:endParaRPr sz="1600" dirty="0">
              <a:solidFill>
                <a:schemeClr val="dk1"/>
              </a:solidFill>
              <a:latin typeface="Consolas" panose="020B0609020204030204" pitchFamily="49" charset="0"/>
              <a:ea typeface="Courier New"/>
              <a:cs typeface="Courier New"/>
              <a:sym typeface="Courier New"/>
            </a:endParaRPr>
          </a:p>
        </p:txBody>
      </p:sp>
      <p:pic>
        <p:nvPicPr>
          <p:cNvPr id="649" name="Google Shape;649;p42"/>
          <p:cNvPicPr preferRelativeResize="0"/>
          <p:nvPr/>
        </p:nvPicPr>
        <p:blipFill>
          <a:blip r:embed="rId3">
            <a:alphaModFix/>
          </a:blip>
          <a:stretch>
            <a:fillRect/>
          </a:stretch>
        </p:blipFill>
        <p:spPr>
          <a:xfrm>
            <a:off x="8730502" y="1144620"/>
            <a:ext cx="2904324" cy="5134224"/>
          </a:xfrm>
          <a:prstGeom prst="rect">
            <a:avLst/>
          </a:prstGeom>
          <a:noFill/>
          <a:ln>
            <a:noFill/>
          </a:ln>
        </p:spPr>
      </p:pic>
      <p:sp>
        <p:nvSpPr>
          <p:cNvPr id="10" name="CuadroTexto 9">
            <a:extLst>
              <a:ext uri="{FF2B5EF4-FFF2-40B4-BE49-F238E27FC236}">
                <a16:creationId xmlns:a16="http://schemas.microsoft.com/office/drawing/2014/main" id="{C7999B98-F97C-420E-8134-1AE9186D6E1B}"/>
              </a:ext>
            </a:extLst>
          </p:cNvPr>
          <p:cNvSpPr txBox="1"/>
          <p:nvPr/>
        </p:nvSpPr>
        <p:spPr>
          <a:xfrm>
            <a:off x="1925589" y="4438237"/>
            <a:ext cx="6098458" cy="461665"/>
          </a:xfrm>
          <a:prstGeom prst="rect">
            <a:avLst/>
          </a:prstGeom>
          <a:noFill/>
        </p:spPr>
        <p:txBody>
          <a:bodyPr wrap="square">
            <a:spAutoFit/>
          </a:bodyPr>
          <a:lstStyle/>
          <a:p>
            <a:pPr marL="0" lvl="0" indent="0" algn="ctr" rtl="0">
              <a:lnSpc>
                <a:spcPct val="150000"/>
              </a:lnSpc>
              <a:spcBef>
                <a:spcPts val="500"/>
              </a:spcBef>
              <a:spcAft>
                <a:spcPts val="0"/>
              </a:spcAft>
              <a:buNone/>
            </a:pPr>
            <a:r>
              <a:rPr lang="es-ES" sz="1800" b="1" dirty="0">
                <a:solidFill>
                  <a:schemeClr val="dk1"/>
                </a:solidFill>
                <a:ea typeface="Roboto"/>
                <a:cs typeface="Roboto"/>
                <a:sym typeface="Roboto"/>
              </a:rPr>
              <a:t>Ejemplo</a:t>
            </a:r>
            <a:r>
              <a:rPr lang="es-ES" sz="1800" dirty="0">
                <a:solidFill>
                  <a:schemeClr val="dk1"/>
                </a:solidFill>
                <a:ea typeface="Roboto"/>
                <a:cs typeface="Roboto"/>
                <a:sym typeface="Roboto"/>
              </a:rPr>
              <a:t>. </a:t>
            </a:r>
            <a:r>
              <a:rPr lang="es-ES" sz="1800" u="sng" dirty="0">
                <a:solidFill>
                  <a:schemeClr val="hlink"/>
                </a:solidFill>
                <a:ea typeface="Roboto"/>
                <a:cs typeface="Roboto"/>
                <a:sym typeface="Roboto"/>
                <a:hlinkClick r:id="rId4"/>
              </a:rPr>
              <a:t>va.c</a:t>
            </a:r>
            <a:r>
              <a:rPr lang="es-ES" sz="1800" dirty="0">
                <a:solidFill>
                  <a:schemeClr val="dk1"/>
                </a:solidFill>
                <a:ea typeface="Roboto"/>
                <a:cs typeface="Roboto"/>
                <a:sym typeface="Roboto"/>
              </a:rPr>
              <a:t> (</a:t>
            </a:r>
            <a:r>
              <a:rPr lang="es-ES" sz="1800" u="sng" dirty="0">
                <a:solidFill>
                  <a:schemeClr val="hlink"/>
                </a:solidFill>
                <a:ea typeface="Roboto"/>
                <a:cs typeface="Roboto"/>
                <a:sym typeface="Roboto"/>
                <a:hlinkClick r:id="rId5"/>
              </a:rPr>
              <a:t>simulación</a:t>
            </a:r>
            <a:r>
              <a:rPr lang="es-ES" sz="1800" dirty="0">
                <a:solidFill>
                  <a:schemeClr val="dk1"/>
                </a:solidFill>
                <a:ea typeface="Roboto"/>
                <a:cs typeface="Roboto"/>
                <a:sym typeface="Roboto"/>
              </a:rPr>
              <a:t>) </a:t>
            </a:r>
          </a:p>
        </p:txBody>
      </p:sp>
      <p:sp>
        <p:nvSpPr>
          <p:cNvPr id="12" name="CuadroTexto 11">
            <a:extLst>
              <a:ext uri="{FF2B5EF4-FFF2-40B4-BE49-F238E27FC236}">
                <a16:creationId xmlns:a16="http://schemas.microsoft.com/office/drawing/2014/main" id="{6DF70CAC-88A8-4B03-B856-F6A7D6DBE82C}"/>
              </a:ext>
            </a:extLst>
          </p:cNvPr>
          <p:cNvSpPr txBox="1"/>
          <p:nvPr/>
        </p:nvSpPr>
        <p:spPr>
          <a:xfrm>
            <a:off x="1719963" y="6068530"/>
            <a:ext cx="6098458" cy="420628"/>
          </a:xfrm>
          <a:prstGeom prst="rect">
            <a:avLst/>
          </a:prstGeom>
          <a:noFill/>
        </p:spPr>
        <p:txBody>
          <a:bodyPr wrap="square">
            <a:spAutoFit/>
          </a:bodyPr>
          <a:lstStyle/>
          <a:p>
            <a:pPr marL="0" lvl="0" indent="0" algn="ctr" rtl="0">
              <a:lnSpc>
                <a:spcPct val="150000"/>
              </a:lnSpc>
              <a:spcBef>
                <a:spcPts val="500"/>
              </a:spcBef>
              <a:spcAft>
                <a:spcPts val="0"/>
              </a:spcAft>
              <a:buNone/>
            </a:pPr>
            <a:r>
              <a:rPr lang="en-US" sz="1600" dirty="0">
                <a:solidFill>
                  <a:schemeClr val="dk1"/>
                </a:solidFill>
                <a:latin typeface="Roboto"/>
                <a:ea typeface="Roboto"/>
                <a:cs typeface="Roboto"/>
                <a:sym typeface="Roboto"/>
              </a:rPr>
              <a:t>The output in 64-bit Linux machine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43"/>
          <p:cNvSpPr txBox="1">
            <a:spLocks noGrp="1"/>
          </p:cNvSpPr>
          <p:nvPr>
            <p:ph type="title"/>
          </p:nvPr>
        </p:nvSpPr>
        <p:spPr>
          <a:xfrm>
            <a:off x="916650" y="96038"/>
            <a:ext cx="9068008"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Espacio de direcciones: Address Space</a:t>
            </a:r>
            <a:endParaRPr dirty="0">
              <a:solidFill>
                <a:schemeClr val="tx1"/>
              </a:solidFill>
            </a:endParaRPr>
          </a:p>
        </p:txBody>
      </p:sp>
      <p:sp>
        <p:nvSpPr>
          <p:cNvPr id="657" name="Google Shape;657;p43"/>
          <p:cNvSpPr txBox="1">
            <a:spLocks noGrp="1"/>
          </p:cNvSpPr>
          <p:nvPr>
            <p:ph type="body" idx="1"/>
          </p:nvPr>
        </p:nvSpPr>
        <p:spPr>
          <a:xfrm>
            <a:off x="916650" y="829400"/>
            <a:ext cx="10789500" cy="2990432"/>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sz="2400" b="1" dirty="0">
                <a:latin typeface="+mn-lt"/>
              </a:rPr>
              <a:t>Ejemplo</a:t>
            </a:r>
            <a:endParaRPr sz="3200" dirty="0">
              <a:latin typeface="+mn-lt"/>
            </a:endParaRPr>
          </a:p>
          <a:p>
            <a:pPr marL="0" lvl="0" indent="0" algn="l" rtl="0">
              <a:lnSpc>
                <a:spcPct val="100000"/>
              </a:lnSpc>
              <a:spcBef>
                <a:spcPts val="480"/>
              </a:spcBef>
              <a:spcAft>
                <a:spcPts val="0"/>
              </a:spcAft>
              <a:buNone/>
            </a:pPr>
            <a:r>
              <a:rPr lang="es-ES" sz="2200" dirty="0">
                <a:latin typeface="+mn-lt"/>
              </a:rPr>
              <a:t>Dado el siguiente fragmento de código (</a:t>
            </a:r>
            <a:r>
              <a:rPr lang="es-ES" sz="2200" u="sng" dirty="0">
                <a:solidFill>
                  <a:schemeClr val="hlink"/>
                </a:solidFill>
                <a:latin typeface="+mn-lt"/>
                <a:hlinkClick r:id="rId3"/>
              </a:rPr>
              <a:t>link</a:t>
            </a:r>
            <a:r>
              <a:rPr lang="es-ES" sz="2200" dirty="0">
                <a:latin typeface="+mn-lt"/>
              </a:rPr>
              <a:t>). </a:t>
            </a:r>
            <a:endParaRPr sz="2200" dirty="0">
              <a:latin typeface="+mn-lt"/>
            </a:endParaRPr>
          </a:p>
          <a:p>
            <a:pPr marL="0" lvl="0" indent="0" algn="l" rtl="0">
              <a:lnSpc>
                <a:spcPct val="100000"/>
              </a:lnSpc>
              <a:spcBef>
                <a:spcPts val="480"/>
              </a:spcBef>
              <a:spcAft>
                <a:spcPts val="0"/>
              </a:spcAft>
              <a:buNone/>
            </a:pPr>
            <a:endParaRPr sz="2200" dirty="0">
              <a:latin typeface="+mn-lt"/>
            </a:endParaRPr>
          </a:p>
          <a:p>
            <a:pPr marL="0" lvl="0" indent="0" algn="l" rtl="0">
              <a:lnSpc>
                <a:spcPct val="100000"/>
              </a:lnSpc>
              <a:spcBef>
                <a:spcPts val="480"/>
              </a:spcBef>
              <a:spcAft>
                <a:spcPts val="0"/>
              </a:spcAft>
              <a:buNone/>
            </a:pPr>
            <a:endParaRPr sz="2200" dirty="0">
              <a:latin typeface="+mn-lt"/>
            </a:endParaRPr>
          </a:p>
          <a:p>
            <a:pPr marL="0" lvl="0" indent="0" algn="l" rtl="0">
              <a:lnSpc>
                <a:spcPct val="100000"/>
              </a:lnSpc>
              <a:spcBef>
                <a:spcPts val="480"/>
              </a:spcBef>
              <a:spcAft>
                <a:spcPts val="0"/>
              </a:spcAft>
              <a:buNone/>
            </a:pPr>
            <a:endParaRPr sz="2200" dirty="0">
              <a:latin typeface="+mn-lt"/>
            </a:endParaRPr>
          </a:p>
          <a:p>
            <a:pPr marL="0" lvl="0" indent="0" algn="l" rtl="0">
              <a:lnSpc>
                <a:spcPct val="100000"/>
              </a:lnSpc>
              <a:spcBef>
                <a:spcPts val="480"/>
              </a:spcBef>
              <a:spcAft>
                <a:spcPts val="0"/>
              </a:spcAft>
              <a:buNone/>
            </a:pPr>
            <a:endParaRPr sz="2200" dirty="0">
              <a:latin typeface="+mn-lt"/>
            </a:endParaRPr>
          </a:p>
          <a:p>
            <a:pPr marL="0" lvl="0" indent="0" algn="l" rtl="0">
              <a:lnSpc>
                <a:spcPct val="100000"/>
              </a:lnSpc>
              <a:spcBef>
                <a:spcPts val="480"/>
              </a:spcBef>
              <a:spcAft>
                <a:spcPts val="0"/>
              </a:spcAft>
              <a:buNone/>
            </a:pPr>
            <a:r>
              <a:rPr lang="es-ES" sz="2200" dirty="0">
                <a:latin typeface="+mn-lt"/>
              </a:rPr>
              <a:t>¿A qué segmento pertenece cada una de las variables mencionadas?</a:t>
            </a:r>
            <a:endParaRPr sz="2200" dirty="0">
              <a:latin typeface="+mn-lt"/>
            </a:endParaRPr>
          </a:p>
          <a:p>
            <a:pPr marL="457200" lvl="0" indent="0" algn="l" rtl="0">
              <a:lnSpc>
                <a:spcPct val="100000"/>
              </a:lnSpc>
              <a:spcBef>
                <a:spcPts val="480"/>
              </a:spcBef>
              <a:spcAft>
                <a:spcPts val="0"/>
              </a:spcAft>
              <a:buNone/>
            </a:pPr>
            <a:endParaRPr sz="2400" b="1" dirty="0">
              <a:latin typeface="+mn-lt"/>
            </a:endParaRPr>
          </a:p>
          <a:p>
            <a:pPr marL="457200" lvl="0" indent="0" algn="l" rtl="0">
              <a:lnSpc>
                <a:spcPct val="100000"/>
              </a:lnSpc>
              <a:spcBef>
                <a:spcPts val="480"/>
              </a:spcBef>
              <a:spcAft>
                <a:spcPts val="0"/>
              </a:spcAft>
              <a:buNone/>
            </a:pPr>
            <a:endParaRPr sz="2400" dirty="0">
              <a:latin typeface="+mn-lt"/>
            </a:endParaRPr>
          </a:p>
          <a:p>
            <a:pPr marL="0" lvl="0" indent="0" algn="l" rtl="0">
              <a:lnSpc>
                <a:spcPct val="100000"/>
              </a:lnSpc>
              <a:spcBef>
                <a:spcPts val="480"/>
              </a:spcBef>
              <a:spcAft>
                <a:spcPts val="0"/>
              </a:spcAft>
              <a:buNone/>
            </a:pPr>
            <a:endParaRPr sz="2400" dirty="0">
              <a:latin typeface="+mn-lt"/>
            </a:endParaRPr>
          </a:p>
          <a:p>
            <a:pPr marL="0" lvl="0" indent="0" algn="l" rtl="0">
              <a:lnSpc>
                <a:spcPct val="100000"/>
              </a:lnSpc>
              <a:spcBef>
                <a:spcPts val="480"/>
              </a:spcBef>
              <a:spcAft>
                <a:spcPts val="0"/>
              </a:spcAft>
              <a:buNone/>
            </a:pPr>
            <a:endParaRPr sz="2400" dirty="0">
              <a:latin typeface="+mn-lt"/>
            </a:endParaRPr>
          </a:p>
          <a:p>
            <a:pPr marL="0" lvl="0" indent="0" algn="l" rtl="0">
              <a:lnSpc>
                <a:spcPct val="100000"/>
              </a:lnSpc>
              <a:spcBef>
                <a:spcPts val="480"/>
              </a:spcBef>
              <a:spcAft>
                <a:spcPts val="0"/>
              </a:spcAft>
              <a:buNone/>
            </a:pPr>
            <a:endParaRPr sz="2400" dirty="0">
              <a:latin typeface="+mn-lt"/>
            </a:endParaRPr>
          </a:p>
          <a:p>
            <a:pPr marL="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sz="2400" dirty="0">
              <a:latin typeface="+mn-lt"/>
            </a:endParaRPr>
          </a:p>
          <a:p>
            <a:pPr marL="0" lvl="0" indent="0" algn="l" rtl="0">
              <a:lnSpc>
                <a:spcPct val="100000"/>
              </a:lnSpc>
              <a:spcBef>
                <a:spcPts val="480"/>
              </a:spcBef>
              <a:spcAft>
                <a:spcPts val="0"/>
              </a:spcAft>
              <a:buNone/>
            </a:pPr>
            <a:endParaRPr sz="2400" dirty="0">
              <a:latin typeface="+mn-lt"/>
            </a:endParaRPr>
          </a:p>
          <a:p>
            <a:pPr marL="0" lvl="0" indent="0" algn="l" rtl="0">
              <a:lnSpc>
                <a:spcPct val="100000"/>
              </a:lnSpc>
              <a:spcBef>
                <a:spcPts val="480"/>
              </a:spcBef>
              <a:spcAft>
                <a:spcPts val="0"/>
              </a:spcAft>
              <a:buNone/>
            </a:pPr>
            <a:endParaRPr sz="2400" dirty="0">
              <a:latin typeface="+mn-lt"/>
            </a:endParaRPr>
          </a:p>
          <a:p>
            <a:pPr marL="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dirty="0">
              <a:latin typeface="+mn-lt"/>
            </a:endParaRPr>
          </a:p>
        </p:txBody>
      </p:sp>
      <p:sp>
        <p:nvSpPr>
          <p:cNvPr id="658" name="Google Shape;658;p43"/>
          <p:cNvSpPr txBox="1"/>
          <p:nvPr/>
        </p:nvSpPr>
        <p:spPr>
          <a:xfrm>
            <a:off x="1103700" y="1969250"/>
            <a:ext cx="10520400" cy="131964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ES" sz="1600" dirty="0">
                <a:solidFill>
                  <a:srgbClr val="D73A49"/>
                </a:solidFill>
                <a:highlight>
                  <a:schemeClr val="lt1"/>
                </a:highlight>
                <a:latin typeface="Courier New"/>
                <a:ea typeface="Courier New"/>
                <a:cs typeface="Courier New"/>
                <a:sym typeface="Courier New"/>
              </a:rPr>
              <a:t>int</a:t>
            </a:r>
            <a:r>
              <a:rPr lang="es-ES" sz="1600" dirty="0">
                <a:solidFill>
                  <a:srgbClr val="24292E"/>
                </a:solidFill>
                <a:highlight>
                  <a:schemeClr val="lt1"/>
                </a:highlight>
                <a:latin typeface="Courier New"/>
                <a:ea typeface="Courier New"/>
                <a:cs typeface="Courier New"/>
                <a:sym typeface="Courier New"/>
              </a:rPr>
              <a:t> x;</a:t>
            </a:r>
            <a:endParaRPr sz="1600" dirty="0">
              <a:solidFill>
                <a:srgbClr val="D73A49"/>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s-ES" sz="1600" dirty="0">
                <a:solidFill>
                  <a:srgbClr val="D73A49"/>
                </a:solidFill>
                <a:highlight>
                  <a:srgbClr val="FFFFFF"/>
                </a:highlight>
                <a:latin typeface="Courier New"/>
                <a:ea typeface="Courier New"/>
                <a:cs typeface="Courier New"/>
                <a:sym typeface="Courier New"/>
              </a:rPr>
              <a:t>int</a:t>
            </a:r>
            <a:r>
              <a:rPr lang="es-ES" sz="1600" dirty="0">
                <a:solidFill>
                  <a:srgbClr val="24292E"/>
                </a:solidFill>
                <a:highlight>
                  <a:srgbClr val="FFFFFF"/>
                </a:highlight>
                <a:latin typeface="Courier New"/>
                <a:ea typeface="Courier New"/>
                <a:cs typeface="Courier New"/>
                <a:sym typeface="Courier New"/>
              </a:rPr>
              <a:t> </a:t>
            </a:r>
            <a:r>
              <a:rPr lang="es-ES" sz="1600" dirty="0">
                <a:solidFill>
                  <a:srgbClr val="6F42C1"/>
                </a:solidFill>
                <a:highlight>
                  <a:srgbClr val="FFFFFF"/>
                </a:highlight>
                <a:latin typeface="Courier New"/>
                <a:ea typeface="Courier New"/>
                <a:cs typeface="Courier New"/>
                <a:sym typeface="Courier New"/>
              </a:rPr>
              <a:t>main</a:t>
            </a:r>
            <a:r>
              <a:rPr lang="es-ES" sz="1600" dirty="0">
                <a:solidFill>
                  <a:srgbClr val="24292E"/>
                </a:solidFill>
                <a:highlight>
                  <a:srgbClr val="FFFFFF"/>
                </a:highlight>
                <a:latin typeface="Courier New"/>
                <a:ea typeface="Courier New"/>
                <a:cs typeface="Courier New"/>
                <a:sym typeface="Courier New"/>
              </a:rPr>
              <a:t>(</a:t>
            </a:r>
            <a:r>
              <a:rPr lang="es-ES" sz="1600" dirty="0">
                <a:solidFill>
                  <a:srgbClr val="D73A49"/>
                </a:solidFill>
                <a:highlight>
                  <a:srgbClr val="FFFFFF"/>
                </a:highlight>
                <a:latin typeface="Courier New"/>
                <a:ea typeface="Courier New"/>
                <a:cs typeface="Courier New"/>
                <a:sym typeface="Courier New"/>
              </a:rPr>
              <a:t>int</a:t>
            </a:r>
            <a:r>
              <a:rPr lang="es-ES" sz="1600" dirty="0">
                <a:solidFill>
                  <a:srgbClr val="24292E"/>
                </a:solidFill>
                <a:highlight>
                  <a:srgbClr val="FFFFFF"/>
                </a:highlight>
                <a:latin typeface="Courier New"/>
                <a:ea typeface="Courier New"/>
                <a:cs typeface="Courier New"/>
                <a:sym typeface="Courier New"/>
              </a:rPr>
              <a:t> </a:t>
            </a:r>
            <a:r>
              <a:rPr lang="es-ES" sz="1600" dirty="0" err="1">
                <a:solidFill>
                  <a:srgbClr val="24292E"/>
                </a:solidFill>
                <a:highlight>
                  <a:srgbClr val="FFFFFF"/>
                </a:highlight>
                <a:latin typeface="Courier New"/>
                <a:ea typeface="Courier New"/>
                <a:cs typeface="Courier New"/>
                <a:sym typeface="Courier New"/>
              </a:rPr>
              <a:t>argc</a:t>
            </a:r>
            <a:r>
              <a:rPr lang="es-ES" sz="1600" dirty="0">
                <a:solidFill>
                  <a:srgbClr val="24292E"/>
                </a:solidFill>
                <a:highlight>
                  <a:srgbClr val="FFFFFF"/>
                </a:highlight>
                <a:latin typeface="Courier New"/>
                <a:ea typeface="Courier New"/>
                <a:cs typeface="Courier New"/>
                <a:sym typeface="Courier New"/>
              </a:rPr>
              <a:t>, </a:t>
            </a:r>
            <a:r>
              <a:rPr lang="es-ES" sz="1600" dirty="0" err="1">
                <a:solidFill>
                  <a:srgbClr val="D73A49"/>
                </a:solidFill>
                <a:highlight>
                  <a:srgbClr val="FFFFFF"/>
                </a:highlight>
                <a:latin typeface="Courier New"/>
                <a:ea typeface="Courier New"/>
                <a:cs typeface="Courier New"/>
                <a:sym typeface="Courier New"/>
              </a:rPr>
              <a:t>char</a:t>
            </a:r>
            <a:r>
              <a:rPr lang="es-ES" sz="1600" dirty="0">
                <a:solidFill>
                  <a:srgbClr val="24292E"/>
                </a:solidFill>
                <a:highlight>
                  <a:srgbClr val="FFFFFF"/>
                </a:highlight>
                <a:latin typeface="Courier New"/>
                <a:ea typeface="Courier New"/>
                <a:cs typeface="Courier New"/>
                <a:sym typeface="Courier New"/>
              </a:rPr>
              <a:t> *</a:t>
            </a:r>
            <a:r>
              <a:rPr lang="es-ES" sz="1600" dirty="0" err="1">
                <a:solidFill>
                  <a:srgbClr val="24292E"/>
                </a:solidFill>
                <a:highlight>
                  <a:srgbClr val="FFFFFF"/>
                </a:highlight>
                <a:latin typeface="Courier New"/>
                <a:ea typeface="Courier New"/>
                <a:cs typeface="Courier New"/>
                <a:sym typeface="Courier New"/>
              </a:rPr>
              <a:t>argv</a:t>
            </a:r>
            <a:r>
              <a:rPr lang="es-ES" sz="1600" dirty="0">
                <a:solidFill>
                  <a:srgbClr val="24292E"/>
                </a:solidFill>
                <a:highlight>
                  <a:srgbClr val="FFFFFF"/>
                </a:highlight>
                <a:latin typeface="Courier New"/>
                <a:ea typeface="Courier New"/>
                <a:cs typeface="Courier New"/>
                <a:sym typeface="Courier New"/>
              </a:rPr>
              <a:t>[]) {</a:t>
            </a:r>
            <a:endParaRPr sz="1600" dirty="0">
              <a:solidFill>
                <a:srgbClr val="24292E"/>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s-ES" sz="1600" dirty="0">
                <a:solidFill>
                  <a:srgbClr val="24292E"/>
                </a:solidFill>
                <a:highlight>
                  <a:srgbClr val="FFFFFF"/>
                </a:highlight>
                <a:latin typeface="Courier New"/>
                <a:ea typeface="Courier New"/>
                <a:cs typeface="Courier New"/>
                <a:sym typeface="Courier New"/>
              </a:rPr>
              <a:t>  </a:t>
            </a:r>
            <a:r>
              <a:rPr lang="es-ES" sz="1600" dirty="0">
                <a:solidFill>
                  <a:srgbClr val="D73A49"/>
                </a:solidFill>
                <a:highlight>
                  <a:schemeClr val="lt1"/>
                </a:highlight>
                <a:latin typeface="Courier New"/>
                <a:ea typeface="Courier New"/>
                <a:cs typeface="Courier New"/>
                <a:sym typeface="Courier New"/>
              </a:rPr>
              <a:t>int</a:t>
            </a:r>
            <a:r>
              <a:rPr lang="es-ES" sz="1600" dirty="0">
                <a:solidFill>
                  <a:srgbClr val="24292E"/>
                </a:solidFill>
                <a:highlight>
                  <a:schemeClr val="lt1"/>
                </a:highlight>
                <a:latin typeface="Courier New"/>
                <a:ea typeface="Courier New"/>
                <a:cs typeface="Courier New"/>
                <a:sym typeface="Courier New"/>
              </a:rPr>
              <a:t> y;</a:t>
            </a:r>
            <a:endParaRPr sz="1600" dirty="0">
              <a:solidFill>
                <a:srgbClr val="24292E"/>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s-ES" sz="1600" dirty="0">
                <a:solidFill>
                  <a:srgbClr val="24292E"/>
                </a:solidFill>
                <a:highlight>
                  <a:srgbClr val="FFFFFF"/>
                </a:highlight>
                <a:latin typeface="Courier New"/>
                <a:ea typeface="Courier New"/>
                <a:cs typeface="Courier New"/>
                <a:sym typeface="Courier New"/>
              </a:rPr>
              <a:t>  </a:t>
            </a:r>
            <a:r>
              <a:rPr lang="es-ES" sz="1600" dirty="0">
                <a:solidFill>
                  <a:srgbClr val="D73A49"/>
                </a:solidFill>
                <a:highlight>
                  <a:schemeClr val="lt1"/>
                </a:highlight>
                <a:latin typeface="Courier New"/>
                <a:ea typeface="Courier New"/>
                <a:cs typeface="Courier New"/>
                <a:sym typeface="Courier New"/>
              </a:rPr>
              <a:t>int</a:t>
            </a:r>
            <a:r>
              <a:rPr lang="es-ES" sz="1600" dirty="0">
                <a:solidFill>
                  <a:srgbClr val="24292E"/>
                </a:solidFill>
                <a:highlight>
                  <a:schemeClr val="lt1"/>
                </a:highlight>
                <a:latin typeface="Courier New"/>
                <a:ea typeface="Courier New"/>
                <a:cs typeface="Courier New"/>
                <a:sym typeface="Courier New"/>
              </a:rPr>
              <a:t> *z = </a:t>
            </a:r>
            <a:r>
              <a:rPr lang="es-ES" sz="1600" dirty="0">
                <a:solidFill>
                  <a:srgbClr val="005CC5"/>
                </a:solidFill>
                <a:highlight>
                  <a:schemeClr val="lt1"/>
                </a:highlight>
                <a:latin typeface="Courier New"/>
                <a:ea typeface="Courier New"/>
                <a:cs typeface="Courier New"/>
                <a:sym typeface="Courier New"/>
              </a:rPr>
              <a:t>malloc</a:t>
            </a:r>
            <a:r>
              <a:rPr lang="es-ES" sz="1600" dirty="0">
                <a:solidFill>
                  <a:srgbClr val="24292E"/>
                </a:solidFill>
                <a:highlight>
                  <a:schemeClr val="lt1"/>
                </a:highlight>
                <a:latin typeface="Courier New"/>
                <a:ea typeface="Courier New"/>
                <a:cs typeface="Courier New"/>
                <a:sym typeface="Courier New"/>
              </a:rPr>
              <a:t>(</a:t>
            </a:r>
            <a:r>
              <a:rPr lang="es-ES" sz="1600" dirty="0" err="1">
                <a:solidFill>
                  <a:srgbClr val="D73A49"/>
                </a:solidFill>
                <a:highlight>
                  <a:schemeClr val="lt1"/>
                </a:highlight>
                <a:latin typeface="Courier New"/>
                <a:ea typeface="Courier New"/>
                <a:cs typeface="Courier New"/>
                <a:sym typeface="Courier New"/>
              </a:rPr>
              <a:t>sizeof</a:t>
            </a:r>
            <a:r>
              <a:rPr lang="es-ES" sz="1600" dirty="0">
                <a:solidFill>
                  <a:srgbClr val="24292E"/>
                </a:solidFill>
                <a:highlight>
                  <a:schemeClr val="lt1"/>
                </a:highlight>
                <a:latin typeface="Courier New"/>
                <a:ea typeface="Courier New"/>
                <a:cs typeface="Courier New"/>
                <a:sym typeface="Courier New"/>
              </a:rPr>
              <a:t>(</a:t>
            </a:r>
            <a:r>
              <a:rPr lang="es-ES" sz="1600" dirty="0">
                <a:solidFill>
                  <a:srgbClr val="D73A49"/>
                </a:solidFill>
                <a:highlight>
                  <a:schemeClr val="lt1"/>
                </a:highlight>
                <a:latin typeface="Courier New"/>
                <a:ea typeface="Courier New"/>
                <a:cs typeface="Courier New"/>
                <a:sym typeface="Courier New"/>
              </a:rPr>
              <a:t>int</a:t>
            </a:r>
            <a:r>
              <a:rPr lang="es-ES" sz="1600" dirty="0">
                <a:solidFill>
                  <a:srgbClr val="24292E"/>
                </a:solidFill>
                <a:highlight>
                  <a:schemeClr val="lt1"/>
                </a:highlight>
                <a:latin typeface="Courier New"/>
                <a:ea typeface="Courier New"/>
                <a:cs typeface="Courier New"/>
                <a:sym typeface="Courier New"/>
              </a:rPr>
              <a:t>));</a:t>
            </a:r>
            <a:endParaRPr sz="1600" dirty="0">
              <a:solidFill>
                <a:srgbClr val="24292E"/>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s-ES" sz="1600" dirty="0">
                <a:solidFill>
                  <a:srgbClr val="24292E"/>
                </a:solidFill>
                <a:highlight>
                  <a:srgbClr val="FFFFFF"/>
                </a:highlight>
                <a:latin typeface="Courier New"/>
                <a:ea typeface="Courier New"/>
                <a:cs typeface="Courier New"/>
                <a:sym typeface="Courier New"/>
              </a:rPr>
              <a:t>}</a:t>
            </a:r>
            <a:endParaRPr sz="1600" dirty="0">
              <a:solidFill>
                <a:srgbClr val="24292E"/>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1400" dirty="0">
              <a:solidFill>
                <a:srgbClr val="24292E"/>
              </a:solidFill>
              <a:highlight>
                <a:srgbClr val="FFFFFF"/>
              </a:highlight>
              <a:latin typeface="Courier New"/>
              <a:ea typeface="Courier New"/>
              <a:cs typeface="Courier New"/>
              <a:sym typeface="Courier New"/>
            </a:endParaRPr>
          </a:p>
        </p:txBody>
      </p:sp>
      <p:graphicFrame>
        <p:nvGraphicFramePr>
          <p:cNvPr id="659" name="Google Shape;659;p43"/>
          <p:cNvGraphicFramePr/>
          <p:nvPr>
            <p:extLst>
              <p:ext uri="{D42A27DB-BD31-4B8C-83A1-F6EECF244321}">
                <p14:modId xmlns:p14="http://schemas.microsoft.com/office/powerpoint/2010/main" val="2518742257"/>
              </p:ext>
            </p:extLst>
          </p:nvPr>
        </p:nvGraphicFramePr>
        <p:xfrm>
          <a:off x="3996918" y="4068913"/>
          <a:ext cx="4967204" cy="2316330"/>
        </p:xfrm>
        <a:graphic>
          <a:graphicData uri="http://schemas.openxmlformats.org/drawingml/2006/table">
            <a:tbl>
              <a:tblPr>
                <a:noFill/>
                <a:tableStyleId>{A3A52A41-BABC-4418-8BB8-58FADEB799A8}</a:tableStyleId>
              </a:tblPr>
              <a:tblGrid>
                <a:gridCol w="1107029">
                  <a:extLst>
                    <a:ext uri="{9D8B030D-6E8A-4147-A177-3AD203B41FA5}">
                      <a16:colId xmlns:a16="http://schemas.microsoft.com/office/drawing/2014/main" val="20000"/>
                    </a:ext>
                  </a:extLst>
                </a:gridCol>
                <a:gridCol w="3860175">
                  <a:extLst>
                    <a:ext uri="{9D8B030D-6E8A-4147-A177-3AD203B41FA5}">
                      <a16:colId xmlns:a16="http://schemas.microsoft.com/office/drawing/2014/main" val="20001"/>
                    </a:ext>
                  </a:extLst>
                </a:gridCol>
              </a:tblGrid>
              <a:tr h="222675">
                <a:tc>
                  <a:txBody>
                    <a:bodyPr/>
                    <a:lstStyle/>
                    <a:p>
                      <a:pPr marL="0" lvl="0" indent="0" algn="l" rtl="0">
                        <a:spcBef>
                          <a:spcPts val="0"/>
                        </a:spcBef>
                        <a:spcAft>
                          <a:spcPts val="0"/>
                        </a:spcAft>
                        <a:buNone/>
                      </a:pPr>
                      <a:r>
                        <a:rPr lang="es-ES" sz="2000" b="1">
                          <a:latin typeface="+mn-lt"/>
                          <a:cs typeface="Arial" panose="020B0604020202020204" pitchFamily="34" charset="0"/>
                        </a:rPr>
                        <a:t>Variable</a:t>
                      </a:r>
                      <a:endParaRPr sz="2000" b="1">
                        <a:latin typeface="+mn-lt"/>
                        <a:cs typeface="Arial" panose="020B0604020202020204" pitchFamily="34" charset="0"/>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s-ES" sz="2000" b="1" dirty="0">
                          <a:latin typeface="+mn-lt"/>
                          <a:cs typeface="Arial" panose="020B0604020202020204" pitchFamily="34" charset="0"/>
                        </a:rPr>
                        <a:t>Location (heap, stack, code)</a:t>
                      </a:r>
                      <a:endParaRPr sz="2000" b="1" dirty="0">
                        <a:latin typeface="+mn-lt"/>
                        <a:cs typeface="Arial" panose="020B0604020202020204" pitchFamily="34" charset="0"/>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s-ES" sz="1800" dirty="0">
                          <a:latin typeface="Consolas" panose="020B0609020204030204" pitchFamily="49" charset="0"/>
                          <a:ea typeface="Courier New"/>
                          <a:cs typeface="Courier New"/>
                          <a:sym typeface="Courier New"/>
                        </a:rPr>
                        <a:t>x</a:t>
                      </a:r>
                      <a:endParaRPr sz="1800" dirty="0">
                        <a:latin typeface="Consolas" panose="020B0609020204030204" pitchFamily="49" charset="0"/>
                        <a:ea typeface="Courier New"/>
                        <a:cs typeface="Courier New"/>
                        <a:sym typeface="Courier New"/>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6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s-ES" sz="1800" dirty="0">
                          <a:latin typeface="Consolas" panose="020B0609020204030204" pitchFamily="49" charset="0"/>
                          <a:ea typeface="Courier New"/>
                          <a:cs typeface="Courier New"/>
                          <a:sym typeface="Courier New"/>
                        </a:rPr>
                        <a:t>main</a:t>
                      </a:r>
                      <a:endParaRPr sz="1800" dirty="0">
                        <a:latin typeface="Consolas" panose="020B0609020204030204" pitchFamily="49" charset="0"/>
                        <a:ea typeface="Courier New"/>
                        <a:cs typeface="Courier New"/>
                        <a:sym typeface="Courier New"/>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6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s-ES" sz="1800" dirty="0">
                          <a:latin typeface="Consolas" panose="020B0609020204030204" pitchFamily="49" charset="0"/>
                          <a:ea typeface="Courier New"/>
                          <a:cs typeface="Courier New"/>
                          <a:sym typeface="Courier New"/>
                        </a:rPr>
                        <a:t>y</a:t>
                      </a:r>
                      <a:endParaRPr sz="1800" dirty="0">
                        <a:latin typeface="Consolas" panose="020B0609020204030204" pitchFamily="49" charset="0"/>
                        <a:ea typeface="Courier New"/>
                        <a:cs typeface="Courier New"/>
                        <a:sym typeface="Courier New"/>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6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l" rtl="0">
                        <a:spcBef>
                          <a:spcPts val="0"/>
                        </a:spcBef>
                        <a:spcAft>
                          <a:spcPts val="0"/>
                        </a:spcAft>
                        <a:buNone/>
                      </a:pPr>
                      <a:r>
                        <a:rPr lang="es-ES" sz="1800" dirty="0">
                          <a:latin typeface="Consolas" panose="020B0609020204030204" pitchFamily="49" charset="0"/>
                          <a:ea typeface="Courier New"/>
                          <a:cs typeface="Courier New"/>
                          <a:sym typeface="Courier New"/>
                        </a:rPr>
                        <a:t>z</a:t>
                      </a:r>
                      <a:endParaRPr sz="1800" dirty="0">
                        <a:latin typeface="Consolas" panose="020B0609020204030204" pitchFamily="49" charset="0"/>
                        <a:ea typeface="Courier New"/>
                        <a:cs typeface="Courier New"/>
                        <a:sym typeface="Courier New"/>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600"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pSp>
        <p:nvGrpSpPr>
          <p:cNvPr id="660" name="Google Shape;660;p43"/>
          <p:cNvGrpSpPr/>
          <p:nvPr/>
        </p:nvGrpSpPr>
        <p:grpSpPr>
          <a:xfrm>
            <a:off x="1804442" y="4197097"/>
            <a:ext cx="1377408" cy="2163839"/>
            <a:chOff x="1775100" y="4022850"/>
            <a:chExt cx="1076100" cy="1739700"/>
          </a:xfrm>
        </p:grpSpPr>
        <p:sp>
          <p:nvSpPr>
            <p:cNvPr id="661" name="Google Shape;661;p43"/>
            <p:cNvSpPr/>
            <p:nvPr/>
          </p:nvSpPr>
          <p:spPr>
            <a:xfrm>
              <a:off x="1775100" y="4022850"/>
              <a:ext cx="1076100" cy="1739700"/>
            </a:xfrm>
            <a:prstGeom prst="rect">
              <a:avLst/>
            </a:prstGeom>
            <a:solidFill>
              <a:srgbClr val="EFEFEF"/>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2" name="Google Shape;662;p43"/>
            <p:cNvGrpSpPr/>
            <p:nvPr/>
          </p:nvGrpSpPr>
          <p:grpSpPr>
            <a:xfrm>
              <a:off x="1775100" y="4022850"/>
              <a:ext cx="1076100" cy="1739675"/>
              <a:chOff x="7948250" y="2813125"/>
              <a:chExt cx="1076100" cy="1739675"/>
            </a:xfrm>
          </p:grpSpPr>
          <p:sp>
            <p:nvSpPr>
              <p:cNvPr id="663" name="Google Shape;663;p43"/>
              <p:cNvSpPr/>
              <p:nvPr/>
            </p:nvSpPr>
            <p:spPr>
              <a:xfrm>
                <a:off x="7948250" y="2813125"/>
                <a:ext cx="1076100" cy="284400"/>
              </a:xfrm>
              <a:prstGeom prst="rect">
                <a:avLst/>
              </a:prstGeom>
              <a:solidFill>
                <a:srgbClr val="F4CCCC"/>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600" b="1" dirty="0">
                    <a:latin typeface="Courier New"/>
                    <a:ea typeface="Courier New"/>
                    <a:cs typeface="Courier New"/>
                    <a:sym typeface="Courier New"/>
                  </a:rPr>
                  <a:t>Code</a:t>
                </a:r>
                <a:endParaRPr sz="1600" b="1" dirty="0">
                  <a:latin typeface="Courier New"/>
                  <a:ea typeface="Courier New"/>
                  <a:cs typeface="Courier New"/>
                  <a:sym typeface="Courier New"/>
                </a:endParaRPr>
              </a:p>
            </p:txBody>
          </p:sp>
          <p:sp>
            <p:nvSpPr>
              <p:cNvPr id="664" name="Google Shape;664;p43"/>
              <p:cNvSpPr/>
              <p:nvPr/>
            </p:nvSpPr>
            <p:spPr>
              <a:xfrm>
                <a:off x="7950650" y="3085775"/>
                <a:ext cx="1073100" cy="370800"/>
              </a:xfrm>
              <a:prstGeom prst="rect">
                <a:avLst/>
              </a:prstGeom>
              <a:solidFill>
                <a:srgbClr val="FFE599"/>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600" b="1">
                    <a:latin typeface="Courier New"/>
                    <a:ea typeface="Courier New"/>
                    <a:cs typeface="Courier New"/>
                    <a:sym typeface="Courier New"/>
                  </a:rPr>
                  <a:t>Data</a:t>
                </a:r>
                <a:endParaRPr sz="2200"/>
              </a:p>
            </p:txBody>
          </p:sp>
          <p:sp>
            <p:nvSpPr>
              <p:cNvPr id="665" name="Google Shape;665;p43"/>
              <p:cNvSpPr/>
              <p:nvPr/>
            </p:nvSpPr>
            <p:spPr>
              <a:xfrm>
                <a:off x="7948250" y="3406050"/>
                <a:ext cx="1076100" cy="284400"/>
              </a:xfrm>
              <a:prstGeom prst="rect">
                <a:avLst/>
              </a:prstGeom>
              <a:solidFill>
                <a:schemeClr val="accent6">
                  <a:lumMod val="20000"/>
                  <a:lumOff val="80000"/>
                </a:schemeClr>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600" b="1" dirty="0">
                    <a:latin typeface="Courier New"/>
                    <a:ea typeface="Courier New"/>
                    <a:cs typeface="Courier New"/>
                    <a:sym typeface="Courier New"/>
                  </a:rPr>
                  <a:t>heap</a:t>
                </a:r>
                <a:endParaRPr sz="2200" dirty="0"/>
              </a:p>
            </p:txBody>
          </p:sp>
          <p:sp>
            <p:nvSpPr>
              <p:cNvPr id="666" name="Google Shape;666;p43"/>
              <p:cNvSpPr/>
              <p:nvPr/>
            </p:nvSpPr>
            <p:spPr>
              <a:xfrm>
                <a:off x="7948250" y="4268400"/>
                <a:ext cx="1076100" cy="284400"/>
              </a:xfrm>
              <a:prstGeom prst="rect">
                <a:avLst/>
              </a:prstGeom>
              <a:solidFill>
                <a:srgbClr val="CFE2F3"/>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600" b="1" dirty="0">
                    <a:latin typeface="Courier New"/>
                    <a:ea typeface="Courier New"/>
                    <a:cs typeface="Courier New"/>
                    <a:sym typeface="Courier New"/>
                  </a:rPr>
                  <a:t>stack</a:t>
                </a:r>
                <a:endParaRPr sz="2200" dirty="0"/>
              </a:p>
            </p:txBody>
          </p:sp>
          <p:cxnSp>
            <p:nvCxnSpPr>
              <p:cNvPr id="667" name="Google Shape;667;p43"/>
              <p:cNvCxnSpPr>
                <a:stCxn id="665" idx="2"/>
              </p:cNvCxnSpPr>
              <p:nvPr/>
            </p:nvCxnSpPr>
            <p:spPr>
              <a:xfrm>
                <a:off x="8486300" y="3690450"/>
                <a:ext cx="6900" cy="261300"/>
              </a:xfrm>
              <a:prstGeom prst="straightConnector1">
                <a:avLst/>
              </a:prstGeom>
              <a:noFill/>
              <a:ln w="9525" cap="flat" cmpd="sng">
                <a:solidFill>
                  <a:srgbClr val="000000"/>
                </a:solidFill>
                <a:prstDash val="solid"/>
                <a:round/>
                <a:headEnd type="none" w="med" len="med"/>
                <a:tailEnd type="triangle" w="med" len="med"/>
              </a:ln>
            </p:spPr>
          </p:cxnSp>
          <p:cxnSp>
            <p:nvCxnSpPr>
              <p:cNvPr id="668" name="Google Shape;668;p43"/>
              <p:cNvCxnSpPr>
                <a:stCxn id="666" idx="0"/>
              </p:cNvCxnSpPr>
              <p:nvPr/>
            </p:nvCxnSpPr>
            <p:spPr>
              <a:xfrm rot="10800000" flipH="1">
                <a:off x="8486300" y="4035600"/>
                <a:ext cx="4200" cy="232800"/>
              </a:xfrm>
              <a:prstGeom prst="straightConnector1">
                <a:avLst/>
              </a:prstGeom>
              <a:noFill/>
              <a:ln w="9525" cap="flat" cmpd="sng">
                <a:solidFill>
                  <a:srgbClr val="000000"/>
                </a:solidFill>
                <a:prstDash val="solid"/>
                <a:round/>
                <a:headEnd type="none" w="med" len="med"/>
                <a:tailEnd type="triangle" w="med" len="med"/>
              </a:ln>
            </p:spPr>
          </p:cxnSp>
        </p:grpSp>
      </p:grpSp>
      <p:grpSp>
        <p:nvGrpSpPr>
          <p:cNvPr id="15" name="Google Shape;660;p43">
            <a:extLst>
              <a:ext uri="{FF2B5EF4-FFF2-40B4-BE49-F238E27FC236}">
                <a16:creationId xmlns:a16="http://schemas.microsoft.com/office/drawing/2014/main" id="{E77CE16F-DA0A-465F-81C2-CCA2BE665DBC}"/>
              </a:ext>
            </a:extLst>
          </p:cNvPr>
          <p:cNvGrpSpPr/>
          <p:nvPr/>
        </p:nvGrpSpPr>
        <p:grpSpPr>
          <a:xfrm>
            <a:off x="9976633" y="4098333"/>
            <a:ext cx="1377408" cy="2163839"/>
            <a:chOff x="1775100" y="4022850"/>
            <a:chExt cx="1076100" cy="1739700"/>
          </a:xfrm>
        </p:grpSpPr>
        <p:sp>
          <p:nvSpPr>
            <p:cNvPr id="16" name="Google Shape;661;p43">
              <a:extLst>
                <a:ext uri="{FF2B5EF4-FFF2-40B4-BE49-F238E27FC236}">
                  <a16:creationId xmlns:a16="http://schemas.microsoft.com/office/drawing/2014/main" id="{B3A1BDA0-C30F-4D3A-8197-780F7CBE2927}"/>
                </a:ext>
              </a:extLst>
            </p:cNvPr>
            <p:cNvSpPr/>
            <p:nvPr/>
          </p:nvSpPr>
          <p:spPr>
            <a:xfrm>
              <a:off x="1775100" y="4022850"/>
              <a:ext cx="1076100" cy="1739700"/>
            </a:xfrm>
            <a:prstGeom prst="rect">
              <a:avLst/>
            </a:prstGeom>
            <a:solidFill>
              <a:srgbClr val="EFEFEF"/>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662;p43">
              <a:extLst>
                <a:ext uri="{FF2B5EF4-FFF2-40B4-BE49-F238E27FC236}">
                  <a16:creationId xmlns:a16="http://schemas.microsoft.com/office/drawing/2014/main" id="{3217F360-45AD-4E54-8B44-4FEBB006D755}"/>
                </a:ext>
              </a:extLst>
            </p:cNvPr>
            <p:cNvGrpSpPr/>
            <p:nvPr/>
          </p:nvGrpSpPr>
          <p:grpSpPr>
            <a:xfrm>
              <a:off x="1775100" y="4022850"/>
              <a:ext cx="1076100" cy="1739675"/>
              <a:chOff x="7948250" y="2813125"/>
              <a:chExt cx="1076100" cy="1739675"/>
            </a:xfrm>
          </p:grpSpPr>
          <p:sp>
            <p:nvSpPr>
              <p:cNvPr id="18" name="Google Shape;663;p43">
                <a:extLst>
                  <a:ext uri="{FF2B5EF4-FFF2-40B4-BE49-F238E27FC236}">
                    <a16:creationId xmlns:a16="http://schemas.microsoft.com/office/drawing/2014/main" id="{C125966E-6D8B-4A28-B0BD-21FBB2E87D8F}"/>
                  </a:ext>
                </a:extLst>
              </p:cNvPr>
              <p:cNvSpPr/>
              <p:nvPr/>
            </p:nvSpPr>
            <p:spPr>
              <a:xfrm>
                <a:off x="7948250" y="2813125"/>
                <a:ext cx="1076100" cy="451341"/>
              </a:xfrm>
              <a:prstGeom prst="rect">
                <a:avLst/>
              </a:prstGeom>
              <a:solidFill>
                <a:srgbClr val="F4CCCC"/>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600" b="1" dirty="0">
                    <a:latin typeface="Courier New"/>
                    <a:ea typeface="Courier New"/>
                    <a:cs typeface="Courier New"/>
                    <a:sym typeface="Courier New"/>
                  </a:rPr>
                  <a:t>Program code</a:t>
                </a:r>
                <a:endParaRPr sz="1600" b="1" dirty="0">
                  <a:latin typeface="Courier New"/>
                  <a:ea typeface="Courier New"/>
                  <a:cs typeface="Courier New"/>
                  <a:sym typeface="Courier New"/>
                </a:endParaRPr>
              </a:p>
            </p:txBody>
          </p:sp>
          <p:sp>
            <p:nvSpPr>
              <p:cNvPr id="20" name="Google Shape;665;p43">
                <a:extLst>
                  <a:ext uri="{FF2B5EF4-FFF2-40B4-BE49-F238E27FC236}">
                    <a16:creationId xmlns:a16="http://schemas.microsoft.com/office/drawing/2014/main" id="{E8038F88-9141-4348-964A-7C1C6403A755}"/>
                  </a:ext>
                </a:extLst>
              </p:cNvPr>
              <p:cNvSpPr/>
              <p:nvPr/>
            </p:nvSpPr>
            <p:spPr>
              <a:xfrm>
                <a:off x="7948250" y="3263763"/>
                <a:ext cx="1076100" cy="284400"/>
              </a:xfrm>
              <a:prstGeom prst="rect">
                <a:avLst/>
              </a:prstGeom>
              <a:solidFill>
                <a:schemeClr val="accent6">
                  <a:lumMod val="20000"/>
                  <a:lumOff val="80000"/>
                </a:schemeClr>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600" b="1" dirty="0">
                    <a:latin typeface="Courier New"/>
                    <a:ea typeface="Courier New"/>
                    <a:cs typeface="Courier New"/>
                    <a:sym typeface="Courier New"/>
                  </a:rPr>
                  <a:t>heap</a:t>
                </a:r>
                <a:endParaRPr sz="2200" dirty="0"/>
              </a:p>
            </p:txBody>
          </p:sp>
          <p:sp>
            <p:nvSpPr>
              <p:cNvPr id="21" name="Google Shape;666;p43">
                <a:extLst>
                  <a:ext uri="{FF2B5EF4-FFF2-40B4-BE49-F238E27FC236}">
                    <a16:creationId xmlns:a16="http://schemas.microsoft.com/office/drawing/2014/main" id="{59E1F9ED-1A68-4DA1-80AD-63F0E57DDBFB}"/>
                  </a:ext>
                </a:extLst>
              </p:cNvPr>
              <p:cNvSpPr/>
              <p:nvPr/>
            </p:nvSpPr>
            <p:spPr>
              <a:xfrm>
                <a:off x="7948250" y="4268400"/>
                <a:ext cx="1076100" cy="284400"/>
              </a:xfrm>
              <a:prstGeom prst="rect">
                <a:avLst/>
              </a:prstGeom>
              <a:solidFill>
                <a:srgbClr val="CFE2F3"/>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600" b="1" dirty="0">
                    <a:latin typeface="Courier New"/>
                    <a:ea typeface="Courier New"/>
                    <a:cs typeface="Courier New"/>
                    <a:sym typeface="Courier New"/>
                  </a:rPr>
                  <a:t>stack</a:t>
                </a:r>
                <a:endParaRPr sz="2200" dirty="0"/>
              </a:p>
            </p:txBody>
          </p:sp>
          <p:cxnSp>
            <p:nvCxnSpPr>
              <p:cNvPr id="22" name="Google Shape;667;p43">
                <a:extLst>
                  <a:ext uri="{FF2B5EF4-FFF2-40B4-BE49-F238E27FC236}">
                    <a16:creationId xmlns:a16="http://schemas.microsoft.com/office/drawing/2014/main" id="{A7F75344-8AD3-4D3F-B622-CB6F256166BA}"/>
                  </a:ext>
                </a:extLst>
              </p:cNvPr>
              <p:cNvCxnSpPr>
                <a:stCxn id="20" idx="2"/>
              </p:cNvCxnSpPr>
              <p:nvPr/>
            </p:nvCxnSpPr>
            <p:spPr>
              <a:xfrm>
                <a:off x="8486300" y="3548164"/>
                <a:ext cx="6900" cy="261300"/>
              </a:xfrm>
              <a:prstGeom prst="straightConnector1">
                <a:avLst/>
              </a:prstGeom>
              <a:noFill/>
              <a:ln w="9525" cap="flat" cmpd="sng">
                <a:solidFill>
                  <a:srgbClr val="000000"/>
                </a:solidFill>
                <a:prstDash val="solid"/>
                <a:round/>
                <a:headEnd type="none" w="med" len="med"/>
                <a:tailEnd type="triangle" w="med" len="med"/>
              </a:ln>
            </p:spPr>
          </p:cxnSp>
          <p:cxnSp>
            <p:nvCxnSpPr>
              <p:cNvPr id="23" name="Google Shape;668;p43">
                <a:extLst>
                  <a:ext uri="{FF2B5EF4-FFF2-40B4-BE49-F238E27FC236}">
                    <a16:creationId xmlns:a16="http://schemas.microsoft.com/office/drawing/2014/main" id="{1A5C90C9-69FD-4B60-8085-1F81FFB473B3}"/>
                  </a:ext>
                </a:extLst>
              </p:cNvPr>
              <p:cNvCxnSpPr>
                <a:stCxn id="21" idx="0"/>
              </p:cNvCxnSpPr>
              <p:nvPr/>
            </p:nvCxnSpPr>
            <p:spPr>
              <a:xfrm rot="10800000" flipH="1">
                <a:off x="8486300" y="4035600"/>
                <a:ext cx="4200" cy="232800"/>
              </a:xfrm>
              <a:prstGeom prst="straightConnector1">
                <a:avLst/>
              </a:prstGeom>
              <a:noFill/>
              <a:ln w="9525" cap="flat" cmpd="sng">
                <a:solidFill>
                  <a:srgbClr val="000000"/>
                </a:solidFill>
                <a:prstDash val="solid"/>
                <a:round/>
                <a:headEnd type="none" w="med" len="med"/>
                <a:tailEnd type="triangle" w="med" len="med"/>
              </a:ln>
            </p:spPr>
          </p:cxnSp>
        </p:grpSp>
      </p:grpSp>
      <p:sp>
        <p:nvSpPr>
          <p:cNvPr id="25" name="CuadroTexto 24">
            <a:extLst>
              <a:ext uri="{FF2B5EF4-FFF2-40B4-BE49-F238E27FC236}">
                <a16:creationId xmlns:a16="http://schemas.microsoft.com/office/drawing/2014/main" id="{D6C3839F-3D80-4CEA-89E0-03783F50AEA7}"/>
              </a:ext>
            </a:extLst>
          </p:cNvPr>
          <p:cNvSpPr txBox="1"/>
          <p:nvPr/>
        </p:nvSpPr>
        <p:spPr>
          <a:xfrm>
            <a:off x="9905277" y="3567391"/>
            <a:ext cx="1536170" cy="369332"/>
          </a:xfrm>
          <a:prstGeom prst="rect">
            <a:avLst/>
          </a:prstGeom>
          <a:noFill/>
        </p:spPr>
        <p:txBody>
          <a:bodyPr wrap="square">
            <a:spAutoFit/>
          </a:bodyPr>
          <a:lstStyle/>
          <a:p>
            <a:pPr algn="ctr"/>
            <a:r>
              <a:rPr lang="es-ES" sz="1800" b="1" dirty="0">
                <a:latin typeface="+mn-lt"/>
              </a:rPr>
              <a:t>Ostep</a:t>
            </a:r>
            <a:endParaRPr lang="es-CO"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4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701E5C"/>
              </a:buClr>
              <a:buSzPts val="3200"/>
              <a:buFont typeface="Roboto Slab"/>
              <a:buNone/>
            </a:pPr>
            <a:r>
              <a:rPr lang="es-ES" dirty="0">
                <a:solidFill>
                  <a:schemeClr val="tx1"/>
                </a:solidFill>
                <a:latin typeface="+mj-lt"/>
              </a:rPr>
              <a:t>Referencias</a:t>
            </a:r>
            <a:endParaRPr sz="3200" b="1" dirty="0">
              <a:solidFill>
                <a:schemeClr val="tx1"/>
              </a:solidFill>
              <a:latin typeface="+mj-lt"/>
              <a:ea typeface="Roboto Slab"/>
              <a:cs typeface="Roboto Slab"/>
              <a:sym typeface="Roboto Slab"/>
            </a:endParaRPr>
          </a:p>
        </p:txBody>
      </p:sp>
      <p:sp>
        <p:nvSpPr>
          <p:cNvPr id="674" name="Google Shape;674;p44"/>
          <p:cNvSpPr txBox="1">
            <a:spLocks noGrp="1"/>
          </p:cNvSpPr>
          <p:nvPr>
            <p:ph type="body" idx="1"/>
          </p:nvPr>
        </p:nvSpPr>
        <p:spPr>
          <a:xfrm>
            <a:off x="1011900" y="1058100"/>
            <a:ext cx="10515600" cy="5655300"/>
          </a:xfrm>
          <a:prstGeom prst="rect">
            <a:avLst/>
          </a:prstGeom>
        </p:spPr>
        <p:txBody>
          <a:bodyPr spcFirstLastPara="1" wrap="square" lIns="91425" tIns="45700" rIns="91425" bIns="45700" anchor="t" anchorCtr="0">
            <a:noAutofit/>
          </a:bodyPr>
          <a:lstStyle/>
          <a:p>
            <a:pPr marL="457200" lvl="0" indent="-368300" algn="l" rtl="0">
              <a:lnSpc>
                <a:spcPct val="100000"/>
              </a:lnSpc>
              <a:spcBef>
                <a:spcPts val="600"/>
              </a:spcBef>
              <a:spcAft>
                <a:spcPts val="0"/>
              </a:spcAft>
              <a:buSzPts val="2200"/>
              <a:buFont typeface="Roboto"/>
              <a:buChar char="●"/>
            </a:pPr>
            <a:r>
              <a:rPr lang="es-ES" sz="2200" b="1" dirty="0" err="1">
                <a:latin typeface="+mn-lt"/>
              </a:rPr>
              <a:t>Operating</a:t>
            </a:r>
            <a:r>
              <a:rPr lang="es-ES" sz="2200" b="1" dirty="0">
                <a:latin typeface="+mn-lt"/>
              </a:rPr>
              <a:t> </a:t>
            </a:r>
            <a:r>
              <a:rPr lang="es-ES" sz="2200" b="1" dirty="0" err="1">
                <a:latin typeface="+mn-lt"/>
              </a:rPr>
              <a:t>Systems</a:t>
            </a:r>
            <a:r>
              <a:rPr lang="es-ES" sz="2200" b="1" dirty="0">
                <a:latin typeface="+mn-lt"/>
              </a:rPr>
              <a:t> </a:t>
            </a:r>
            <a:r>
              <a:rPr lang="es-ES" sz="2200" b="1" dirty="0" err="1">
                <a:latin typeface="+mn-lt"/>
              </a:rPr>
              <a:t>Three</a:t>
            </a:r>
            <a:r>
              <a:rPr lang="es-ES" sz="2200" b="1" dirty="0">
                <a:latin typeface="+mn-lt"/>
              </a:rPr>
              <a:t> Easy </a:t>
            </a:r>
            <a:r>
              <a:rPr lang="es-ES" sz="2200" b="1" dirty="0" err="1">
                <a:latin typeface="+mn-lt"/>
              </a:rPr>
              <a:t>Pieces</a:t>
            </a:r>
            <a:r>
              <a:rPr lang="es-ES" sz="2200" b="1" dirty="0">
                <a:latin typeface="+mn-lt"/>
              </a:rPr>
              <a:t> </a:t>
            </a:r>
            <a:r>
              <a:rPr lang="es-ES" sz="2200" dirty="0">
                <a:latin typeface="+mn-lt"/>
              </a:rPr>
              <a:t>(</a:t>
            </a:r>
            <a:r>
              <a:rPr lang="es-ES" sz="2200" u="sng" dirty="0" err="1">
                <a:solidFill>
                  <a:schemeClr val="hlink"/>
                </a:solidFill>
                <a:latin typeface="+mn-lt"/>
                <a:hlinkClick r:id="rId3"/>
              </a:rPr>
              <a:t>website</a:t>
            </a:r>
            <a:r>
              <a:rPr lang="es-ES" sz="2200" dirty="0">
                <a:latin typeface="+mn-lt"/>
              </a:rPr>
              <a:t>: Capítulo </a:t>
            </a:r>
            <a:r>
              <a:rPr lang="es-ES" sz="2200" dirty="0">
                <a:latin typeface="+mn-lt"/>
                <a:hlinkClick r:id="rId4"/>
              </a:rPr>
              <a:t>13</a:t>
            </a:r>
            <a:r>
              <a:rPr lang="es-ES" sz="2200" dirty="0">
                <a:latin typeface="+mn-lt"/>
              </a:rPr>
              <a:t>)</a:t>
            </a:r>
            <a:endParaRPr sz="2200" dirty="0">
              <a:latin typeface="+mn-lt"/>
            </a:endParaRPr>
          </a:p>
          <a:p>
            <a:pPr marL="457200" lvl="0" indent="-368300" algn="l" rtl="0">
              <a:lnSpc>
                <a:spcPct val="100000"/>
              </a:lnSpc>
              <a:spcBef>
                <a:spcPts val="0"/>
              </a:spcBef>
              <a:spcAft>
                <a:spcPts val="0"/>
              </a:spcAft>
              <a:buSzPts val="2200"/>
              <a:buFont typeface="Times New Roman"/>
              <a:buChar char="●"/>
            </a:pPr>
            <a:r>
              <a:rPr lang="es-ES" sz="2200" dirty="0">
                <a:latin typeface="+mn-lt"/>
              </a:rPr>
              <a:t>Videos de </a:t>
            </a:r>
            <a:r>
              <a:rPr lang="es-ES" sz="2200" dirty="0" err="1">
                <a:latin typeface="+mn-lt"/>
              </a:rPr>
              <a:t>youtube</a:t>
            </a:r>
            <a:r>
              <a:rPr lang="es-ES" sz="2200" dirty="0">
                <a:latin typeface="+mn-lt"/>
              </a:rPr>
              <a:t>: Clase 1 - Introducción a los sistemas operativos (</a:t>
            </a:r>
            <a:r>
              <a:rPr lang="es-ES" sz="2200" u="sng" dirty="0">
                <a:solidFill>
                  <a:schemeClr val="hlink"/>
                </a:solidFill>
                <a:latin typeface="+mn-lt"/>
                <a:hlinkClick r:id="rId5"/>
              </a:rPr>
              <a:t>link</a:t>
            </a:r>
            <a:r>
              <a:rPr lang="es-ES" sz="2200" dirty="0">
                <a:latin typeface="+mn-lt"/>
              </a:rPr>
              <a:t>).</a:t>
            </a:r>
            <a:endParaRPr sz="2200" dirty="0">
              <a:latin typeface="+mn-lt"/>
            </a:endParaRPr>
          </a:p>
          <a:p>
            <a:pPr marL="457200" lvl="0" indent="-368300" algn="l" rtl="0">
              <a:lnSpc>
                <a:spcPct val="100000"/>
              </a:lnSpc>
              <a:spcBef>
                <a:spcPts val="0"/>
              </a:spcBef>
              <a:spcAft>
                <a:spcPts val="0"/>
              </a:spcAft>
              <a:buSzPts val="2200"/>
              <a:buFont typeface="Times New Roman"/>
              <a:buChar char="●"/>
            </a:pPr>
            <a:r>
              <a:rPr lang="es-ES" sz="2200" dirty="0">
                <a:latin typeface="+mn-lt"/>
              </a:rPr>
              <a:t>Página de </a:t>
            </a:r>
            <a:r>
              <a:rPr lang="es-ES" sz="2200" dirty="0" err="1">
                <a:latin typeface="+mn-lt"/>
              </a:rPr>
              <a:t>Remzi</a:t>
            </a:r>
            <a:r>
              <a:rPr lang="es-ES" sz="2200" dirty="0">
                <a:latin typeface="+mn-lt"/>
              </a:rPr>
              <a:t> H. </a:t>
            </a:r>
            <a:r>
              <a:rPr lang="es-ES" sz="2200" dirty="0" err="1">
                <a:latin typeface="+mn-lt"/>
              </a:rPr>
              <a:t>Arpaci-Dusseau</a:t>
            </a:r>
            <a:r>
              <a:rPr lang="es-ES" sz="2200" dirty="0">
                <a:latin typeface="+mn-lt"/>
              </a:rPr>
              <a:t> (</a:t>
            </a:r>
            <a:r>
              <a:rPr lang="es-ES" sz="2200" u="sng" dirty="0">
                <a:solidFill>
                  <a:schemeClr val="hlink"/>
                </a:solidFill>
                <a:latin typeface="+mn-lt"/>
                <a:hlinkClick r:id="rId6"/>
              </a:rPr>
              <a:t>link</a:t>
            </a:r>
            <a:r>
              <a:rPr lang="es-ES" sz="2200" dirty="0">
                <a:latin typeface="+mn-lt"/>
              </a:rPr>
              <a:t>)</a:t>
            </a:r>
            <a:endParaRPr sz="2200" dirty="0">
              <a:latin typeface="+mn-lt"/>
            </a:endParaRPr>
          </a:p>
          <a:p>
            <a:pPr marL="457200" lvl="0" indent="-368300" algn="l" rtl="0">
              <a:lnSpc>
                <a:spcPct val="100000"/>
              </a:lnSpc>
              <a:spcBef>
                <a:spcPts val="0"/>
              </a:spcBef>
              <a:spcAft>
                <a:spcPts val="0"/>
              </a:spcAft>
              <a:buSzPts val="2200"/>
              <a:buFont typeface="Times New Roman"/>
              <a:buChar char="●"/>
            </a:pPr>
            <a:r>
              <a:rPr lang="es-ES" sz="2200" dirty="0" err="1">
                <a:latin typeface="+mn-lt"/>
              </a:rPr>
              <a:t>Operating</a:t>
            </a:r>
            <a:r>
              <a:rPr lang="es-ES" sz="2200" dirty="0">
                <a:latin typeface="+mn-lt"/>
              </a:rPr>
              <a:t> </a:t>
            </a:r>
            <a:r>
              <a:rPr lang="es-ES" sz="2200" dirty="0" err="1">
                <a:latin typeface="+mn-lt"/>
              </a:rPr>
              <a:t>System</a:t>
            </a:r>
            <a:r>
              <a:rPr lang="es-ES" sz="2200" dirty="0">
                <a:latin typeface="+mn-lt"/>
              </a:rPr>
              <a:t> </a:t>
            </a:r>
            <a:r>
              <a:rPr lang="es-ES" sz="2200" dirty="0" err="1">
                <a:latin typeface="+mn-lt"/>
              </a:rPr>
              <a:t>Concepts</a:t>
            </a:r>
            <a:r>
              <a:rPr lang="es-ES" sz="2200" dirty="0">
                <a:latin typeface="+mn-lt"/>
              </a:rPr>
              <a:t> - </a:t>
            </a:r>
            <a:r>
              <a:rPr lang="es-ES" sz="2200" dirty="0" err="1">
                <a:latin typeface="+mn-lt"/>
              </a:rPr>
              <a:t>Tenth</a:t>
            </a:r>
            <a:r>
              <a:rPr lang="es-ES" sz="2200" dirty="0">
                <a:latin typeface="+mn-lt"/>
              </a:rPr>
              <a:t> </a:t>
            </a:r>
            <a:r>
              <a:rPr lang="es-ES" sz="2200" dirty="0" err="1">
                <a:latin typeface="+mn-lt"/>
              </a:rPr>
              <a:t>Edition</a:t>
            </a:r>
            <a:r>
              <a:rPr lang="es-ES" sz="2200" dirty="0">
                <a:latin typeface="+mn-lt"/>
              </a:rPr>
              <a:t> (</a:t>
            </a:r>
            <a:r>
              <a:rPr lang="es-ES" sz="2200" u="sng" dirty="0" err="1">
                <a:solidFill>
                  <a:schemeClr val="hlink"/>
                </a:solidFill>
                <a:latin typeface="+mn-lt"/>
                <a:hlinkClick r:id="rId7"/>
              </a:rPr>
              <a:t>website</a:t>
            </a:r>
            <a:r>
              <a:rPr lang="es-ES" sz="2200" dirty="0">
                <a:latin typeface="+mn-lt"/>
              </a:rPr>
              <a:t>)</a:t>
            </a:r>
            <a:endParaRPr sz="2200" dirty="0">
              <a:latin typeface="+mn-lt"/>
            </a:endParaRPr>
          </a:p>
          <a:p>
            <a:pPr marL="457200" lvl="0" indent="-368300" algn="l" rtl="0">
              <a:lnSpc>
                <a:spcPct val="100000"/>
              </a:lnSpc>
              <a:spcBef>
                <a:spcPts val="0"/>
              </a:spcBef>
              <a:spcAft>
                <a:spcPts val="0"/>
              </a:spcAft>
              <a:buSzPts val="2200"/>
              <a:buFont typeface="Times New Roman"/>
              <a:buChar char="●"/>
            </a:pPr>
            <a:r>
              <a:rPr lang="es-ES" sz="2200" dirty="0" err="1">
                <a:latin typeface="+mn-lt"/>
              </a:rPr>
              <a:t>Operating</a:t>
            </a:r>
            <a:r>
              <a:rPr lang="es-ES" sz="2200" dirty="0">
                <a:latin typeface="+mn-lt"/>
              </a:rPr>
              <a:t> </a:t>
            </a:r>
            <a:r>
              <a:rPr lang="es-ES" sz="2200" dirty="0" err="1">
                <a:latin typeface="+mn-lt"/>
              </a:rPr>
              <a:t>Systems</a:t>
            </a:r>
            <a:r>
              <a:rPr lang="es-ES" sz="2200" dirty="0">
                <a:latin typeface="+mn-lt"/>
              </a:rPr>
              <a:t> Notes (</a:t>
            </a:r>
            <a:r>
              <a:rPr lang="es-ES" sz="2200" u="sng" dirty="0">
                <a:solidFill>
                  <a:schemeClr val="hlink"/>
                </a:solidFill>
                <a:latin typeface="+mn-lt"/>
                <a:hlinkClick r:id="rId8"/>
              </a:rPr>
              <a:t>link</a:t>
            </a:r>
            <a:r>
              <a:rPr lang="es-ES" sz="2200" dirty="0">
                <a:latin typeface="+mn-lt"/>
              </a:rPr>
              <a:t>)</a:t>
            </a:r>
            <a:endParaRPr sz="2200" dirty="0">
              <a:latin typeface="+mn-lt"/>
            </a:endParaRPr>
          </a:p>
          <a:p>
            <a:pPr marL="457200" lvl="0" indent="-368300" algn="l" rtl="0">
              <a:lnSpc>
                <a:spcPct val="100000"/>
              </a:lnSpc>
              <a:spcBef>
                <a:spcPts val="0"/>
              </a:spcBef>
              <a:spcAft>
                <a:spcPts val="0"/>
              </a:spcAft>
              <a:buSzPts val="2200"/>
              <a:buFont typeface="Times New Roman"/>
              <a:buChar char="●"/>
            </a:pPr>
            <a:r>
              <a:rPr lang="es-ES" sz="2200" u="sng" dirty="0">
                <a:solidFill>
                  <a:schemeClr val="hlink"/>
                </a:solidFill>
                <a:latin typeface="+mn-lt"/>
                <a:hlinkClick r:id="rId9"/>
              </a:rPr>
              <a:t>https://github.com/Aniruddha-Tapas/Operating-Systems-Notes/blob/master/1-Overview.md</a:t>
            </a:r>
            <a:endParaRPr sz="2200" dirty="0">
              <a:latin typeface="+mn-lt"/>
            </a:endParaRPr>
          </a:p>
          <a:p>
            <a:pPr marL="457200" lvl="0" indent="-368300" algn="l" rtl="0">
              <a:lnSpc>
                <a:spcPct val="100000"/>
              </a:lnSpc>
              <a:spcBef>
                <a:spcPts val="0"/>
              </a:spcBef>
              <a:spcAft>
                <a:spcPts val="0"/>
              </a:spcAft>
              <a:buSzPts val="2200"/>
              <a:buFont typeface="Times New Roman"/>
              <a:buChar char="●"/>
            </a:pPr>
            <a:r>
              <a:rPr lang="es-ES" sz="2200" u="sng" dirty="0">
                <a:solidFill>
                  <a:schemeClr val="hlink"/>
                </a:solidFill>
                <a:latin typeface="+mn-lt"/>
                <a:hlinkClick r:id="rId10"/>
              </a:rPr>
              <a:t>https://myaut.github.io/dtrace-stap-book/kernel/proc.html</a:t>
            </a:r>
            <a:r>
              <a:rPr lang="es-ES" sz="2200" dirty="0">
                <a:latin typeface="+mn-lt"/>
              </a:rPr>
              <a:t> </a:t>
            </a:r>
            <a:endParaRPr sz="2200" dirty="0">
              <a:latin typeface="+mn-lt"/>
            </a:endParaRPr>
          </a:p>
          <a:p>
            <a:pPr marL="457200" lvl="0" indent="-368300" algn="l" rtl="0">
              <a:lnSpc>
                <a:spcPct val="100000"/>
              </a:lnSpc>
              <a:spcBef>
                <a:spcPts val="0"/>
              </a:spcBef>
              <a:spcAft>
                <a:spcPts val="0"/>
              </a:spcAft>
              <a:buSzPts val="2200"/>
              <a:buFont typeface="Times New Roman"/>
              <a:buChar char="●"/>
            </a:pPr>
            <a:r>
              <a:rPr lang="es-ES" sz="2200" u="sng" dirty="0">
                <a:solidFill>
                  <a:schemeClr val="hlink"/>
                </a:solidFill>
                <a:latin typeface="+mn-lt"/>
                <a:hlinkClick r:id="rId11"/>
              </a:rPr>
              <a:t>https://myaut.github.io/dtrace-stap-book/index.html</a:t>
            </a:r>
            <a:endParaRPr sz="2200" dirty="0">
              <a:latin typeface="+mn-lt"/>
            </a:endParaRPr>
          </a:p>
          <a:p>
            <a:pPr marL="457200" lvl="0" indent="-368300" algn="l" rtl="0">
              <a:lnSpc>
                <a:spcPct val="100000"/>
              </a:lnSpc>
              <a:spcBef>
                <a:spcPts val="0"/>
              </a:spcBef>
              <a:spcAft>
                <a:spcPts val="0"/>
              </a:spcAft>
              <a:buSzPts val="2200"/>
              <a:buFont typeface="Times New Roman"/>
              <a:buChar char="●"/>
            </a:pPr>
            <a:r>
              <a:rPr lang="es-ES" sz="2200" u="sng" dirty="0">
                <a:solidFill>
                  <a:schemeClr val="hlink"/>
                </a:solidFill>
                <a:latin typeface="+mn-lt"/>
                <a:hlinkClick r:id="rId12"/>
              </a:rPr>
              <a:t>https://www.technologyuk.net/computing/computer-software/operating-systems/operating-system-utilities.shtml</a:t>
            </a:r>
            <a:r>
              <a:rPr lang="es-ES" sz="2200" dirty="0">
                <a:latin typeface="+mn-lt"/>
              </a:rPr>
              <a:t> </a:t>
            </a:r>
            <a:endParaRPr sz="2200" dirty="0">
              <a:latin typeface="+mn-lt"/>
            </a:endParaRPr>
          </a:p>
          <a:p>
            <a:pPr marL="457200" lvl="0" indent="-368300" algn="l" rtl="0">
              <a:lnSpc>
                <a:spcPct val="100000"/>
              </a:lnSpc>
              <a:spcBef>
                <a:spcPts val="0"/>
              </a:spcBef>
              <a:spcAft>
                <a:spcPts val="0"/>
              </a:spcAft>
              <a:buSzPts val="2200"/>
              <a:buFont typeface="Times New Roman"/>
              <a:buChar char="●"/>
            </a:pPr>
            <a:r>
              <a:rPr lang="es-ES" sz="2200" u="sng" dirty="0">
                <a:solidFill>
                  <a:schemeClr val="hlink"/>
                </a:solidFill>
                <a:latin typeface="+mn-lt"/>
                <a:hlinkClick r:id="rId13"/>
              </a:rPr>
              <a:t>http://www.it.uu.se/education/course/homepage/os/vt18/module-4/simple-threads/</a:t>
            </a:r>
            <a:r>
              <a:rPr lang="es-ES" sz="2200" dirty="0">
                <a:latin typeface="+mn-lt"/>
              </a:rPr>
              <a:t> </a:t>
            </a:r>
            <a:endParaRPr sz="2200" dirty="0">
              <a:latin typeface="+mn-lt"/>
            </a:endParaRPr>
          </a:p>
          <a:p>
            <a:pPr marL="457200" lvl="0" indent="-368300" algn="l" rtl="0">
              <a:lnSpc>
                <a:spcPct val="100000"/>
              </a:lnSpc>
              <a:spcBef>
                <a:spcPts val="0"/>
              </a:spcBef>
              <a:spcAft>
                <a:spcPts val="0"/>
              </a:spcAft>
              <a:buSzPts val="2200"/>
              <a:buFont typeface="Roboto"/>
              <a:buChar char="●"/>
            </a:pPr>
            <a:r>
              <a:rPr lang="es-ES" sz="2200" u="sng" dirty="0">
                <a:solidFill>
                  <a:schemeClr val="hlink"/>
                </a:solidFill>
                <a:latin typeface="+mn-lt"/>
                <a:hlinkClick r:id="rId14"/>
              </a:rPr>
              <a:t>https://courses.cs.duke.edu/spring19/compsci590.1/slides/</a:t>
            </a:r>
            <a:r>
              <a:rPr lang="es-ES" sz="2200" dirty="0">
                <a:latin typeface="+mn-lt"/>
              </a:rPr>
              <a:t> </a:t>
            </a:r>
            <a:endParaRPr sz="2200" dirty="0">
              <a:latin typeface="+mn-lt"/>
            </a:endParaRPr>
          </a:p>
          <a:p>
            <a:pPr marL="457200" lvl="0" indent="-368300" algn="l" rtl="0">
              <a:lnSpc>
                <a:spcPct val="100000"/>
              </a:lnSpc>
              <a:spcBef>
                <a:spcPts val="0"/>
              </a:spcBef>
              <a:spcAft>
                <a:spcPts val="0"/>
              </a:spcAft>
              <a:buSzPts val="2200"/>
              <a:buFont typeface="Times New Roman"/>
              <a:buChar char="●"/>
            </a:pPr>
            <a:r>
              <a:rPr lang="es-ES" sz="2200" u="sng" dirty="0">
                <a:solidFill>
                  <a:schemeClr val="hlink"/>
                </a:solidFill>
                <a:latin typeface="+mn-lt"/>
                <a:hlinkClick r:id="rId15"/>
              </a:rPr>
              <a:t>http://csl.snu.ac.kr/courses/4190.307/2020-1/</a:t>
            </a:r>
            <a:r>
              <a:rPr lang="es-ES" sz="2200" dirty="0">
                <a:latin typeface="+mn-lt"/>
              </a:rPr>
              <a:t> </a:t>
            </a:r>
            <a:endParaRPr sz="2200" dirty="0">
              <a:latin typeface="+mn-lt"/>
            </a:endParaRPr>
          </a:p>
          <a:p>
            <a:pPr marL="457200" lvl="0" indent="0" algn="l" rtl="0">
              <a:lnSpc>
                <a:spcPct val="100000"/>
              </a:lnSpc>
              <a:spcBef>
                <a:spcPts val="600"/>
              </a:spcBef>
              <a:spcAft>
                <a:spcPts val="0"/>
              </a:spcAft>
              <a:buNone/>
            </a:pPr>
            <a:r>
              <a:rPr lang="es-ES" sz="2200" dirty="0">
                <a:latin typeface="+mn-lt"/>
              </a:rPr>
              <a:t> </a:t>
            </a:r>
            <a:endParaRPr sz="2200" dirty="0">
              <a:latin typeface="+mn-lt"/>
            </a:endParaRPr>
          </a:p>
          <a:p>
            <a:pPr marL="457200" lvl="0" indent="0" algn="l" rtl="0">
              <a:lnSpc>
                <a:spcPct val="100000"/>
              </a:lnSpc>
              <a:spcBef>
                <a:spcPts val="600"/>
              </a:spcBef>
              <a:spcAft>
                <a:spcPts val="0"/>
              </a:spcAft>
              <a:buNone/>
            </a:pPr>
            <a:endParaRPr sz="2200" dirty="0">
              <a:latin typeface="+mn-lt"/>
            </a:endParaRPr>
          </a:p>
          <a:p>
            <a:pPr marL="0" lvl="0" indent="0" algn="l" rtl="0">
              <a:spcBef>
                <a:spcPts val="1000"/>
              </a:spcBef>
              <a:spcAft>
                <a:spcPts val="0"/>
              </a:spcAft>
              <a:buNone/>
            </a:pPr>
            <a:endParaRPr sz="900" dirty="0">
              <a:latin typeface="+mn-lt"/>
              <a:ea typeface="Arial"/>
              <a:cs typeface="Arial"/>
              <a:sym typeface="Arial"/>
            </a:endParaRPr>
          </a:p>
          <a:p>
            <a:pPr marL="0" lvl="0" indent="0" algn="l" rtl="0">
              <a:spcBef>
                <a:spcPts val="1000"/>
              </a:spcBef>
              <a:spcAft>
                <a:spcPts val="0"/>
              </a:spcAft>
              <a:buNone/>
            </a:pPr>
            <a:endParaRPr sz="2400" dirty="0">
              <a:latin typeface="+mn-lt"/>
            </a:endParaRPr>
          </a:p>
          <a:p>
            <a:pPr marL="457200" lvl="0" indent="0" algn="l" rtl="0">
              <a:spcBef>
                <a:spcPts val="1000"/>
              </a:spcBef>
              <a:spcAft>
                <a:spcPts val="0"/>
              </a:spcAft>
              <a:buNone/>
            </a:pPr>
            <a:endParaRPr sz="2400" dirty="0">
              <a:latin typeface="+mn-lt"/>
            </a:endParaRP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695</TotalTime>
  <Words>2298</Words>
  <Application>Microsoft Office PowerPoint</Application>
  <PresentationFormat>Panorámica</PresentationFormat>
  <Paragraphs>652</Paragraphs>
  <Slides>26</Slides>
  <Notes>26</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26</vt:i4>
      </vt:variant>
    </vt:vector>
  </HeadingPairs>
  <TitlesOfParts>
    <vt:vector size="35" baseType="lpstr">
      <vt:lpstr>Consolas</vt:lpstr>
      <vt:lpstr>Roboto Slab</vt:lpstr>
      <vt:lpstr>Roboto</vt:lpstr>
      <vt:lpstr>Calibri</vt:lpstr>
      <vt:lpstr>Courier New</vt:lpstr>
      <vt:lpstr>Arial</vt:lpstr>
      <vt:lpstr>Calibri Light</vt:lpstr>
      <vt:lpstr>Times New Roman</vt:lpstr>
      <vt:lpstr>Tema de Office</vt:lpstr>
      <vt:lpstr>Apuntes – Clase 7</vt:lpstr>
      <vt:lpstr>Proceso</vt:lpstr>
      <vt:lpstr>Virtualización de CPU</vt:lpstr>
      <vt:lpstr>Implementación de la Virtualización</vt:lpstr>
      <vt:lpstr>Abstracción CPU - Proceso</vt:lpstr>
      <vt:lpstr>Mecanismos CPU  - Proceso</vt:lpstr>
      <vt:lpstr>Políticas CPU - Proceso</vt:lpstr>
      <vt:lpstr>Virtualización de Memoria - Contextualización</vt:lpstr>
      <vt:lpstr>Virtualización de Memoria - Contextualización</vt:lpstr>
      <vt:lpstr>Virtualización de Memoria - Contextualización</vt:lpstr>
      <vt:lpstr>Virtualización de Memoria - Contextualización</vt:lpstr>
      <vt:lpstr>Virtualización de Memoria - Contextualización</vt:lpstr>
      <vt:lpstr>Virtualización de Memoria - Contextualización</vt:lpstr>
      <vt:lpstr>Virtualización de Memoria - Contextualización</vt:lpstr>
      <vt:lpstr>Virtualización de Memoria - Contextualización</vt:lpstr>
      <vt:lpstr>Virtualización de Memoria - Contextualización</vt:lpstr>
      <vt:lpstr>Problema central (crux)</vt:lpstr>
      <vt:lpstr>Virtualización de Memoria - Contextualización</vt:lpstr>
      <vt:lpstr>Objetivos de la virtualización de Memoria</vt:lpstr>
      <vt:lpstr>Sistemas operativos y memoria</vt:lpstr>
      <vt:lpstr>Sistemas operativos y memoria</vt:lpstr>
      <vt:lpstr>Espacio de direcciones: Address Space</vt:lpstr>
      <vt:lpstr>Espacio de direcciones: Address Space</vt:lpstr>
      <vt:lpstr>Espacio de direcciones: Address Space</vt:lpstr>
      <vt:lpstr>Espacio de direcciones: Address Space</vt:lpstr>
      <vt:lpstr>Referencias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Apuntes – Clase 7</dc:title>
  <dc:creator>Usuario</dc:creator>
  <cp:lastModifiedBy>HENRY ALBERTO ARCILA RAMIREZ</cp:lastModifiedBy>
  <cp:revision>19</cp:revision>
  <dcterms:modified xsi:type="dcterms:W3CDTF">2026-09-03T11:56:37Z</dcterms:modified>
</cp:coreProperties>
</file>